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3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4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5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6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719" r:id="rId4"/>
    <p:sldMasterId id="2147483778" r:id="rId5"/>
    <p:sldMasterId id="2147483802" r:id="rId6"/>
    <p:sldMasterId id="2147483805" r:id="rId7"/>
    <p:sldMasterId id="2147483823" r:id="rId8"/>
    <p:sldMasterId id="2147483826" r:id="rId9"/>
    <p:sldMasterId id="2147483841" r:id="rId10"/>
  </p:sldMasterIdLst>
  <p:notesMasterIdLst>
    <p:notesMasterId r:id="rId22"/>
  </p:notesMasterIdLst>
  <p:handoutMasterIdLst>
    <p:handoutMasterId r:id="rId23"/>
  </p:handoutMasterIdLst>
  <p:sldIdLst>
    <p:sldId id="304" r:id="rId11"/>
    <p:sldId id="305" r:id="rId12"/>
    <p:sldId id="306" r:id="rId13"/>
    <p:sldId id="307" r:id="rId14"/>
    <p:sldId id="308" r:id="rId15"/>
    <p:sldId id="309" r:id="rId16"/>
    <p:sldId id="310" r:id="rId17"/>
    <p:sldId id="311" r:id="rId18"/>
    <p:sldId id="312" r:id="rId19"/>
    <p:sldId id="313" r:id="rId20"/>
    <p:sldId id="314" r:id="rId21"/>
  </p:sldIdLst>
  <p:sldSz cx="12192000" cy="6858000"/>
  <p:notesSz cx="6858000" cy="9144000"/>
  <p:embeddedFontLst>
    <p:embeddedFont>
      <p:font typeface="Calibri Bold" panose="020F0702030404030204" pitchFamily="34" charset="0"/>
      <p:bold r:id="rId24"/>
    </p:embeddedFont>
  </p:embeddedFontLst>
  <p:defaultTextStyle>
    <a:defPPr>
      <a:defRPr lang="en-US"/>
    </a:defPPr>
    <a:lvl1pPr marL="0" algn="l" defTabSz="207340" rtl="0" eaLnBrk="1" latinLnBrk="0" hangingPunct="1">
      <a:defRPr sz="816" kern="1200">
        <a:solidFill>
          <a:schemeClr val="tx1"/>
        </a:solidFill>
        <a:latin typeface="+mn-lt"/>
        <a:ea typeface="+mn-ea"/>
        <a:cs typeface="+mn-cs"/>
      </a:defRPr>
    </a:lvl1pPr>
    <a:lvl2pPr marL="207340" algn="l" defTabSz="207340" rtl="0" eaLnBrk="1" latinLnBrk="0" hangingPunct="1">
      <a:defRPr sz="816" kern="1200">
        <a:solidFill>
          <a:schemeClr val="tx1"/>
        </a:solidFill>
        <a:latin typeface="+mn-lt"/>
        <a:ea typeface="+mn-ea"/>
        <a:cs typeface="+mn-cs"/>
      </a:defRPr>
    </a:lvl2pPr>
    <a:lvl3pPr marL="414680" algn="l" defTabSz="207340" rtl="0" eaLnBrk="1" latinLnBrk="0" hangingPunct="1">
      <a:defRPr sz="816" kern="1200">
        <a:solidFill>
          <a:schemeClr val="tx1"/>
        </a:solidFill>
        <a:latin typeface="+mn-lt"/>
        <a:ea typeface="+mn-ea"/>
        <a:cs typeface="+mn-cs"/>
      </a:defRPr>
    </a:lvl3pPr>
    <a:lvl4pPr marL="622021" algn="l" defTabSz="207340" rtl="0" eaLnBrk="1" latinLnBrk="0" hangingPunct="1">
      <a:defRPr sz="816" kern="1200">
        <a:solidFill>
          <a:schemeClr val="tx1"/>
        </a:solidFill>
        <a:latin typeface="+mn-lt"/>
        <a:ea typeface="+mn-ea"/>
        <a:cs typeface="+mn-cs"/>
      </a:defRPr>
    </a:lvl4pPr>
    <a:lvl5pPr marL="829361" algn="l" defTabSz="207340" rtl="0" eaLnBrk="1" latinLnBrk="0" hangingPunct="1">
      <a:defRPr sz="816" kern="1200">
        <a:solidFill>
          <a:schemeClr val="tx1"/>
        </a:solidFill>
        <a:latin typeface="+mn-lt"/>
        <a:ea typeface="+mn-ea"/>
        <a:cs typeface="+mn-cs"/>
      </a:defRPr>
    </a:lvl5pPr>
    <a:lvl6pPr marL="1036701" algn="l" defTabSz="207340" rtl="0" eaLnBrk="1" latinLnBrk="0" hangingPunct="1">
      <a:defRPr sz="816" kern="1200">
        <a:solidFill>
          <a:schemeClr val="tx1"/>
        </a:solidFill>
        <a:latin typeface="+mn-lt"/>
        <a:ea typeface="+mn-ea"/>
        <a:cs typeface="+mn-cs"/>
      </a:defRPr>
    </a:lvl6pPr>
    <a:lvl7pPr marL="1244041" algn="l" defTabSz="207340" rtl="0" eaLnBrk="1" latinLnBrk="0" hangingPunct="1">
      <a:defRPr sz="816" kern="1200">
        <a:solidFill>
          <a:schemeClr val="tx1"/>
        </a:solidFill>
        <a:latin typeface="+mn-lt"/>
        <a:ea typeface="+mn-ea"/>
        <a:cs typeface="+mn-cs"/>
      </a:defRPr>
    </a:lvl7pPr>
    <a:lvl8pPr marL="1451381" algn="l" defTabSz="207340" rtl="0" eaLnBrk="1" latinLnBrk="0" hangingPunct="1">
      <a:defRPr sz="816" kern="1200">
        <a:solidFill>
          <a:schemeClr val="tx1"/>
        </a:solidFill>
        <a:latin typeface="+mn-lt"/>
        <a:ea typeface="+mn-ea"/>
        <a:cs typeface="+mn-cs"/>
      </a:defRPr>
    </a:lvl8pPr>
    <a:lvl9pPr marL="1658722" algn="l" defTabSz="207340" rtl="0" eaLnBrk="1" latinLnBrk="0" hangingPunct="1">
      <a:defRPr sz="816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3214"/>
    <a:srgbClr val="D72300"/>
    <a:srgbClr val="D72305"/>
    <a:srgbClr val="64378C"/>
    <a:srgbClr val="1E4696"/>
    <a:srgbClr val="FFFFFF"/>
    <a:srgbClr val="288732"/>
    <a:srgbClr val="2869AF"/>
    <a:srgbClr val="8C2D82"/>
    <a:srgbClr val="1982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BBD9BA-D41F-490E-B586-8A3D6C862A6A}" v="5" dt="2026-05-16T12:09:39.022"/>
  </p1510:revLst>
</p1510:revInfo>
</file>

<file path=ppt/tableStyles.xml><?xml version="1.0" encoding="utf-8"?>
<a:tblStyleLst xmlns:a="http://schemas.openxmlformats.org/drawingml/2006/main" def="{9D7B26C5-4107-4FEC-AEDC-1716B250A1EF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E9639D4-E3E2-4D34-9284-5A2195B3D0D7}" styleName="Helle Formatvorlag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Helle Formatvorlag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E25E649-3F16-4E02-A733-19D2CDBF48F0}" styleName="Mittlere Formatvorlage 3 - Akz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Dunkle Formatvorlag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034E78-7F5D-4C2E-B375-FC64B27BC917}" styleName="Dunkle Formatvorlag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301B821-A1FF-4177-AEE7-76D212191A09}" styleName="Mittlere Formatvorlage 1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Mittlere Formatvorlag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9012ECD-51FC-41F1-AA8D-1B2483CD663E}" styleName="Helle Formatvorlage 2 - Akz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Helle Formatvorlage 2 - Akz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3C2FFA5D-87B4-456A-9821-1D502468CF0F}" styleName="Designformatvorlage 1 - Akz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Helle Formatvorlage 3 - Akz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5BE263C-DBD7-4A20-BB59-AAB30ACAA65A}" styleName="Mittlere Formatvorlage 3 - Akz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660B408-B3CF-4A94-85FC-2B1E0A45F4A2}" styleName="Dunkle Formatvorlage 2 - Akzent 1/Akz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Dunkle Formatvorlage 2 - Akzent 3/Akz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D7AC3CCA-C797-4891-BE02-D94E43425B78}" styleName="Mittlere Formatvorlag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91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6.xml"/><Relationship Id="rId20" Type="http://schemas.openxmlformats.org/officeDocument/2006/relationships/slide" Target="slides/slide10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1.xml"/><Relationship Id="rId24" Type="http://schemas.openxmlformats.org/officeDocument/2006/relationships/font" Target="fonts/font1.fntdata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5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9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4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blo Scherer" userId="9639e6c050a94c92" providerId="LiveId" clId="{D8CE9262-6960-445A-A549-9E3886A1830D}"/>
    <pc:docChg chg="custSel addSld delSld modSld">
      <pc:chgData name="Pablo Scherer" userId="9639e6c050a94c92" providerId="LiveId" clId="{D8CE9262-6960-445A-A549-9E3886A1830D}" dt="2026-05-16T12:09:58.846" v="32" actId="20577"/>
      <pc:docMkLst>
        <pc:docMk/>
      </pc:docMkLst>
      <pc:sldChg chg="del">
        <pc:chgData name="Pablo Scherer" userId="9639e6c050a94c92" providerId="LiveId" clId="{D8CE9262-6960-445A-A549-9E3886A1830D}" dt="2026-05-16T12:08:20.782" v="0" actId="47"/>
        <pc:sldMkLst>
          <pc:docMk/>
          <pc:sldMk cId="0" sldId="259"/>
        </pc:sldMkLst>
      </pc:sldChg>
      <pc:sldChg chg="del">
        <pc:chgData name="Pablo Scherer" userId="9639e6c050a94c92" providerId="LiveId" clId="{D8CE9262-6960-445A-A549-9E3886A1830D}" dt="2026-05-16T12:08:20.782" v="0" actId="47"/>
        <pc:sldMkLst>
          <pc:docMk/>
          <pc:sldMk cId="0" sldId="260"/>
        </pc:sldMkLst>
      </pc:sldChg>
      <pc:sldChg chg="del">
        <pc:chgData name="Pablo Scherer" userId="9639e6c050a94c92" providerId="LiveId" clId="{D8CE9262-6960-445A-A549-9E3886A1830D}" dt="2026-05-16T12:08:20.782" v="0" actId="47"/>
        <pc:sldMkLst>
          <pc:docMk/>
          <pc:sldMk cId="0" sldId="261"/>
        </pc:sldMkLst>
      </pc:sldChg>
      <pc:sldChg chg="del">
        <pc:chgData name="Pablo Scherer" userId="9639e6c050a94c92" providerId="LiveId" clId="{D8CE9262-6960-445A-A549-9E3886A1830D}" dt="2026-05-16T12:08:20.782" v="0" actId="47"/>
        <pc:sldMkLst>
          <pc:docMk/>
          <pc:sldMk cId="0" sldId="262"/>
        </pc:sldMkLst>
      </pc:sldChg>
      <pc:sldChg chg="del">
        <pc:chgData name="Pablo Scherer" userId="9639e6c050a94c92" providerId="LiveId" clId="{D8CE9262-6960-445A-A549-9E3886A1830D}" dt="2026-05-16T12:08:20.782" v="0" actId="47"/>
        <pc:sldMkLst>
          <pc:docMk/>
          <pc:sldMk cId="0" sldId="264"/>
        </pc:sldMkLst>
      </pc:sldChg>
      <pc:sldChg chg="modSp mod">
        <pc:chgData name="Pablo Scherer" userId="9639e6c050a94c92" providerId="LiveId" clId="{D8CE9262-6960-445A-A549-9E3886A1830D}" dt="2026-05-16T12:09:58.846" v="32" actId="20577"/>
        <pc:sldMkLst>
          <pc:docMk/>
          <pc:sldMk cId="2507947086" sldId="301"/>
        </pc:sldMkLst>
        <pc:spChg chg="mod">
          <ac:chgData name="Pablo Scherer" userId="9639e6c050a94c92" providerId="LiveId" clId="{D8CE9262-6960-445A-A549-9E3886A1830D}" dt="2026-05-16T12:09:58.846" v="32" actId="20577"/>
          <ac:spMkLst>
            <pc:docMk/>
            <pc:sldMk cId="2507947086" sldId="301"/>
            <ac:spMk id="9" creationId="{ED14A864-8F29-9996-1035-1974726AF912}"/>
          </ac:spMkLst>
        </pc:spChg>
      </pc:sldChg>
      <pc:sldChg chg="modSp">
        <pc:chgData name="Pablo Scherer" userId="9639e6c050a94c92" providerId="LiveId" clId="{D8CE9262-6960-445A-A549-9E3886A1830D}" dt="2026-05-16T12:09:28.488" v="6"/>
        <pc:sldMkLst>
          <pc:docMk/>
          <pc:sldMk cId="1017072061" sldId="304"/>
        </pc:sldMkLst>
        <pc:spChg chg="mod">
          <ac:chgData name="Pablo Scherer" userId="9639e6c050a94c92" providerId="LiveId" clId="{D8CE9262-6960-445A-A549-9E3886A1830D}" dt="2026-05-16T12:09:28.488" v="6"/>
          <ac:spMkLst>
            <pc:docMk/>
            <pc:sldMk cId="1017072061" sldId="304"/>
            <ac:spMk id="2" creationId="{B651E998-34C7-4B40-B1EA-FDC3E032AC77}"/>
          </ac:spMkLst>
        </pc:spChg>
      </pc:sldChg>
      <pc:sldChg chg="del">
        <pc:chgData name="Pablo Scherer" userId="9639e6c050a94c92" providerId="LiveId" clId="{D8CE9262-6960-445A-A549-9E3886A1830D}" dt="2026-05-16T12:08:20.782" v="0" actId="47"/>
        <pc:sldMkLst>
          <pc:docMk/>
          <pc:sldMk cId="3045731819" sldId="305"/>
        </pc:sldMkLst>
      </pc:sldChg>
      <pc:sldChg chg="del">
        <pc:chgData name="Pablo Scherer" userId="9639e6c050a94c92" providerId="LiveId" clId="{D8CE9262-6960-445A-A549-9E3886A1830D}" dt="2026-05-16T12:08:20.782" v="0" actId="47"/>
        <pc:sldMkLst>
          <pc:docMk/>
          <pc:sldMk cId="3704155938" sldId="306"/>
        </pc:sldMkLst>
      </pc:sldChg>
      <pc:sldChg chg="del">
        <pc:chgData name="Pablo Scherer" userId="9639e6c050a94c92" providerId="LiveId" clId="{D8CE9262-6960-445A-A549-9E3886A1830D}" dt="2026-05-16T12:08:20.782" v="0" actId="47"/>
        <pc:sldMkLst>
          <pc:docMk/>
          <pc:sldMk cId="1331403642" sldId="307"/>
        </pc:sldMkLst>
      </pc:sldChg>
      <pc:sldChg chg="del">
        <pc:chgData name="Pablo Scherer" userId="9639e6c050a94c92" providerId="LiveId" clId="{D8CE9262-6960-445A-A549-9E3886A1830D}" dt="2026-05-16T12:08:20.782" v="0" actId="47"/>
        <pc:sldMkLst>
          <pc:docMk/>
          <pc:sldMk cId="202437338" sldId="313"/>
        </pc:sldMkLst>
      </pc:sldChg>
      <pc:sldChg chg="del">
        <pc:chgData name="Pablo Scherer" userId="9639e6c050a94c92" providerId="LiveId" clId="{D8CE9262-6960-445A-A549-9E3886A1830D}" dt="2026-05-16T12:08:20.782" v="0" actId="47"/>
        <pc:sldMkLst>
          <pc:docMk/>
          <pc:sldMk cId="3735853794" sldId="325"/>
        </pc:sldMkLst>
      </pc:sldChg>
      <pc:sldChg chg="del">
        <pc:chgData name="Pablo Scherer" userId="9639e6c050a94c92" providerId="LiveId" clId="{D8CE9262-6960-445A-A549-9E3886A1830D}" dt="2026-05-16T12:08:20.782" v="0" actId="47"/>
        <pc:sldMkLst>
          <pc:docMk/>
          <pc:sldMk cId="3432790978" sldId="326"/>
        </pc:sldMkLst>
      </pc:sldChg>
      <pc:sldChg chg="del">
        <pc:chgData name="Pablo Scherer" userId="9639e6c050a94c92" providerId="LiveId" clId="{D8CE9262-6960-445A-A549-9E3886A1830D}" dt="2026-05-16T12:08:20.782" v="0" actId="47"/>
        <pc:sldMkLst>
          <pc:docMk/>
          <pc:sldMk cId="1268646273" sldId="327"/>
        </pc:sldMkLst>
      </pc:sldChg>
      <pc:sldChg chg="del">
        <pc:chgData name="Pablo Scherer" userId="9639e6c050a94c92" providerId="LiveId" clId="{D8CE9262-6960-445A-A549-9E3886A1830D}" dt="2026-05-16T12:08:20.782" v="0" actId="47"/>
        <pc:sldMkLst>
          <pc:docMk/>
          <pc:sldMk cId="852225004" sldId="328"/>
        </pc:sldMkLst>
      </pc:sldChg>
      <pc:sldChg chg="del">
        <pc:chgData name="Pablo Scherer" userId="9639e6c050a94c92" providerId="LiveId" clId="{D8CE9262-6960-445A-A549-9E3886A1830D}" dt="2026-05-16T12:09:00.638" v="3" actId="47"/>
        <pc:sldMkLst>
          <pc:docMk/>
          <pc:sldMk cId="2871536609" sldId="329"/>
        </pc:sldMkLst>
      </pc:sldChg>
      <pc:sldChg chg="del">
        <pc:chgData name="Pablo Scherer" userId="9639e6c050a94c92" providerId="LiveId" clId="{D8CE9262-6960-445A-A549-9E3886A1830D}" dt="2026-05-16T12:08:20.782" v="0" actId="47"/>
        <pc:sldMkLst>
          <pc:docMk/>
          <pc:sldMk cId="0" sldId="331"/>
        </pc:sldMkLst>
      </pc:sldChg>
      <pc:sldChg chg="del">
        <pc:chgData name="Pablo Scherer" userId="9639e6c050a94c92" providerId="LiveId" clId="{D8CE9262-6960-445A-A549-9E3886A1830D}" dt="2026-05-16T12:08:20.782" v="0" actId="47"/>
        <pc:sldMkLst>
          <pc:docMk/>
          <pc:sldMk cId="0" sldId="332"/>
        </pc:sldMkLst>
      </pc:sldChg>
      <pc:sldChg chg="del">
        <pc:chgData name="Pablo Scherer" userId="9639e6c050a94c92" providerId="LiveId" clId="{D8CE9262-6960-445A-A549-9E3886A1830D}" dt="2026-05-16T12:08:20.782" v="0" actId="47"/>
        <pc:sldMkLst>
          <pc:docMk/>
          <pc:sldMk cId="0" sldId="333"/>
        </pc:sldMkLst>
      </pc:sldChg>
      <pc:sldChg chg="del">
        <pc:chgData name="Pablo Scherer" userId="9639e6c050a94c92" providerId="LiveId" clId="{D8CE9262-6960-445A-A549-9E3886A1830D}" dt="2026-05-16T12:09:01.439" v="4" actId="47"/>
        <pc:sldMkLst>
          <pc:docMk/>
          <pc:sldMk cId="2623232049" sldId="334"/>
        </pc:sldMkLst>
      </pc:sldChg>
      <pc:sldChg chg="delSp modSp mod">
        <pc:chgData name="Pablo Scherer" userId="9639e6c050a94c92" providerId="LiveId" clId="{D8CE9262-6960-445A-A549-9E3886A1830D}" dt="2026-05-16T12:09:44.418" v="16" actId="5793"/>
        <pc:sldMkLst>
          <pc:docMk/>
          <pc:sldMk cId="2967634930" sldId="335"/>
        </pc:sldMkLst>
        <pc:spChg chg="mod">
          <ac:chgData name="Pablo Scherer" userId="9639e6c050a94c92" providerId="LiveId" clId="{D8CE9262-6960-445A-A549-9E3886A1830D}" dt="2026-05-16T12:09:44.418" v="16" actId="5793"/>
          <ac:spMkLst>
            <pc:docMk/>
            <pc:sldMk cId="2967634930" sldId="335"/>
            <ac:spMk id="6" creationId="{E86DF823-F0FE-4711-986B-54CC0F9520FD}"/>
          </ac:spMkLst>
        </pc:spChg>
        <pc:spChg chg="del">
          <ac:chgData name="Pablo Scherer" userId="9639e6c050a94c92" providerId="LiveId" clId="{D8CE9262-6960-445A-A549-9E3886A1830D}" dt="2026-05-16T12:09:40.673" v="11" actId="478"/>
          <ac:spMkLst>
            <pc:docMk/>
            <pc:sldMk cId="2967634930" sldId="335"/>
            <ac:spMk id="19" creationId="{535CF0F6-210D-9430-8F97-D6F8589ADFAD}"/>
          </ac:spMkLst>
        </pc:spChg>
        <pc:spChg chg="del mod">
          <ac:chgData name="Pablo Scherer" userId="9639e6c050a94c92" providerId="LiveId" clId="{D8CE9262-6960-445A-A549-9E3886A1830D}" dt="2026-05-16T12:09:41.547" v="12" actId="478"/>
          <ac:spMkLst>
            <pc:docMk/>
            <pc:sldMk cId="2967634930" sldId="335"/>
            <ac:spMk id="21" creationId="{1F3CF10D-4C22-CE91-68EE-C77C597D274F}"/>
          </ac:spMkLst>
        </pc:spChg>
        <pc:spChg chg="del">
          <ac:chgData name="Pablo Scherer" userId="9639e6c050a94c92" providerId="LiveId" clId="{D8CE9262-6960-445A-A549-9E3886A1830D}" dt="2026-05-16T12:09:37.764" v="7" actId="478"/>
          <ac:spMkLst>
            <pc:docMk/>
            <pc:sldMk cId="2967634930" sldId="335"/>
            <ac:spMk id="25" creationId="{572FDB56-1E51-8B2F-616D-8561A369DD30}"/>
          </ac:spMkLst>
        </pc:spChg>
        <pc:grpChg chg="del">
          <ac:chgData name="Pablo Scherer" userId="9639e6c050a94c92" providerId="LiveId" clId="{D8CE9262-6960-445A-A549-9E3886A1830D}" dt="2026-05-16T12:09:39.022" v="9" actId="478"/>
          <ac:grpSpMkLst>
            <pc:docMk/>
            <pc:sldMk cId="2967634930" sldId="335"/>
            <ac:grpSpMk id="18" creationId="{701BE801-E9C3-8EE3-11C1-2617E3956BA7}"/>
          </ac:grpSpMkLst>
        </pc:grpChg>
        <pc:picChg chg="del">
          <ac:chgData name="Pablo Scherer" userId="9639e6c050a94c92" providerId="LiveId" clId="{D8CE9262-6960-445A-A549-9E3886A1830D}" dt="2026-05-16T12:09:38.589" v="8" actId="478"/>
          <ac:picMkLst>
            <pc:docMk/>
            <pc:sldMk cId="2967634930" sldId="335"/>
            <ac:picMk id="2050" creationId="{5CF44DBB-E88D-F113-D61E-7FE9B346E60A}"/>
          </ac:picMkLst>
        </pc:picChg>
      </pc:sldChg>
      <pc:sldChg chg="del">
        <pc:chgData name="Pablo Scherer" userId="9639e6c050a94c92" providerId="LiveId" clId="{D8CE9262-6960-445A-A549-9E3886A1830D}" dt="2026-05-16T12:08:20.782" v="0" actId="47"/>
        <pc:sldMkLst>
          <pc:docMk/>
          <pc:sldMk cId="2837609290" sldId="336"/>
        </pc:sldMkLst>
      </pc:sldChg>
      <pc:sldChg chg="del">
        <pc:chgData name="Pablo Scherer" userId="9639e6c050a94c92" providerId="LiveId" clId="{D8CE9262-6960-445A-A549-9E3886A1830D}" dt="2026-05-16T12:08:20.782" v="0" actId="47"/>
        <pc:sldMkLst>
          <pc:docMk/>
          <pc:sldMk cId="1267875883" sldId="337"/>
        </pc:sldMkLst>
      </pc:sldChg>
      <pc:sldChg chg="del">
        <pc:chgData name="Pablo Scherer" userId="9639e6c050a94c92" providerId="LiveId" clId="{D8CE9262-6960-445A-A549-9E3886A1830D}" dt="2026-05-16T12:08:20.782" v="0" actId="47"/>
        <pc:sldMkLst>
          <pc:docMk/>
          <pc:sldMk cId="936405454" sldId="338"/>
        </pc:sldMkLst>
      </pc:sldChg>
      <pc:sldChg chg="del">
        <pc:chgData name="Pablo Scherer" userId="9639e6c050a94c92" providerId="LiveId" clId="{D8CE9262-6960-445A-A549-9E3886A1830D}" dt="2026-05-16T12:08:20.782" v="0" actId="47"/>
        <pc:sldMkLst>
          <pc:docMk/>
          <pc:sldMk cId="2167268907" sldId="339"/>
        </pc:sldMkLst>
      </pc:sldChg>
      <pc:sldChg chg="del">
        <pc:chgData name="Pablo Scherer" userId="9639e6c050a94c92" providerId="LiveId" clId="{D8CE9262-6960-445A-A549-9E3886A1830D}" dt="2026-05-16T12:08:20.782" v="0" actId="47"/>
        <pc:sldMkLst>
          <pc:docMk/>
          <pc:sldMk cId="3165103221" sldId="340"/>
        </pc:sldMkLst>
      </pc:sldChg>
      <pc:sldChg chg="del">
        <pc:chgData name="Pablo Scherer" userId="9639e6c050a94c92" providerId="LiveId" clId="{D8CE9262-6960-445A-A549-9E3886A1830D}" dt="2026-05-16T12:09:02.266" v="5" actId="47"/>
        <pc:sldMkLst>
          <pc:docMk/>
          <pc:sldMk cId="1713375052" sldId="341"/>
        </pc:sldMkLst>
      </pc:sldChg>
      <pc:sldChg chg="del">
        <pc:chgData name="Pablo Scherer" userId="9639e6c050a94c92" providerId="LiveId" clId="{D8CE9262-6960-445A-A549-9E3886A1830D}" dt="2026-05-16T12:08:20.782" v="0" actId="47"/>
        <pc:sldMkLst>
          <pc:docMk/>
          <pc:sldMk cId="2982867736" sldId="342"/>
        </pc:sldMkLst>
      </pc:sldChg>
      <pc:sldChg chg="modSp add">
        <pc:chgData name="Pablo Scherer" userId="9639e6c050a94c92" providerId="LiveId" clId="{D8CE9262-6960-445A-A549-9E3886A1830D}" dt="2026-05-16T12:08:51.878" v="2"/>
        <pc:sldMkLst>
          <pc:docMk/>
          <pc:sldMk cId="3402817995" sldId="342"/>
        </pc:sldMkLst>
        <pc:spChg chg="mod">
          <ac:chgData name="Pablo Scherer" userId="9639e6c050a94c92" providerId="LiveId" clId="{D8CE9262-6960-445A-A549-9E3886A1830D}" dt="2026-05-16T12:08:51.878" v="2"/>
          <ac:spMkLst>
            <pc:docMk/>
            <pc:sldMk cId="3402817995" sldId="342"/>
            <ac:spMk id="2" creationId="{AF09A4CF-F47A-6323-7ED4-343FA726FB39}"/>
          </ac:spMkLst>
        </pc:spChg>
      </pc:sldChg>
      <pc:sldChg chg="del">
        <pc:chgData name="Pablo Scherer" userId="9639e6c050a94c92" providerId="LiveId" clId="{D8CE9262-6960-445A-A549-9E3886A1830D}" dt="2026-05-16T12:08:20.782" v="0" actId="47"/>
        <pc:sldMkLst>
          <pc:docMk/>
          <pc:sldMk cId="594773973" sldId="343"/>
        </pc:sldMkLst>
      </pc:sldChg>
      <pc:sldMasterChg chg="delSldLayout">
        <pc:chgData name="Pablo Scherer" userId="9639e6c050a94c92" providerId="LiveId" clId="{D8CE9262-6960-445A-A549-9E3886A1830D}" dt="2026-05-16T12:08:20.782" v="0" actId="47"/>
        <pc:sldMasterMkLst>
          <pc:docMk/>
          <pc:sldMasterMk cId="921850606" sldId="2147483823"/>
        </pc:sldMasterMkLst>
        <pc:sldLayoutChg chg="del">
          <pc:chgData name="Pablo Scherer" userId="9639e6c050a94c92" providerId="LiveId" clId="{D8CE9262-6960-445A-A549-9E3886A1830D}" dt="2026-05-16T12:08:20.782" v="0" actId="47"/>
          <pc:sldLayoutMkLst>
            <pc:docMk/>
            <pc:sldMasterMk cId="921850606" sldId="2147483823"/>
            <pc:sldLayoutMk cId="3230814370" sldId="2147483871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D20189E0-1142-8C4C-AC05-A6F1DE011E1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EF4CE7F-CDCE-EE4B-955F-AE4E1EB583F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de-DE"/>
              <a:t>hier</a:t>
            </a:r>
          </a:p>
        </p:txBody>
      </p:sp>
    </p:spTree>
    <p:extLst>
      <p:ext uri="{BB962C8B-B14F-4D97-AF65-F5344CB8AC3E}">
        <p14:creationId xmlns:p14="http://schemas.microsoft.com/office/powerpoint/2010/main" val="287341796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EF5FE6-0578-6C48-AD34-F15B08E4EDC5}" type="datetimeFigureOut">
              <a:rPr lang="de-DE" smtClean="0"/>
              <a:t>29.09.2026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de-DE"/>
              <a:t>hier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5FB68A-13DA-DB4F-867D-DB048D314C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71907043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414680" rtl="0" eaLnBrk="1" latinLnBrk="0" hangingPunct="1">
      <a:defRPr sz="544" kern="1200">
        <a:solidFill>
          <a:schemeClr val="tx1"/>
        </a:solidFill>
        <a:latin typeface="+mn-lt"/>
        <a:ea typeface="+mn-ea"/>
        <a:cs typeface="+mn-cs"/>
      </a:defRPr>
    </a:lvl1pPr>
    <a:lvl2pPr marL="207340" algn="l" defTabSz="414680" rtl="0" eaLnBrk="1" latinLnBrk="0" hangingPunct="1">
      <a:defRPr sz="544" kern="1200">
        <a:solidFill>
          <a:schemeClr val="tx1"/>
        </a:solidFill>
        <a:latin typeface="+mn-lt"/>
        <a:ea typeface="+mn-ea"/>
        <a:cs typeface="+mn-cs"/>
      </a:defRPr>
    </a:lvl2pPr>
    <a:lvl3pPr marL="414680" algn="l" defTabSz="414680" rtl="0" eaLnBrk="1" latinLnBrk="0" hangingPunct="1">
      <a:defRPr sz="544" kern="1200">
        <a:solidFill>
          <a:schemeClr val="tx1"/>
        </a:solidFill>
        <a:latin typeface="+mn-lt"/>
        <a:ea typeface="+mn-ea"/>
        <a:cs typeface="+mn-cs"/>
      </a:defRPr>
    </a:lvl3pPr>
    <a:lvl4pPr marL="622021" algn="l" defTabSz="414680" rtl="0" eaLnBrk="1" latinLnBrk="0" hangingPunct="1">
      <a:defRPr sz="544" kern="1200">
        <a:solidFill>
          <a:schemeClr val="tx1"/>
        </a:solidFill>
        <a:latin typeface="+mn-lt"/>
        <a:ea typeface="+mn-ea"/>
        <a:cs typeface="+mn-cs"/>
      </a:defRPr>
    </a:lvl4pPr>
    <a:lvl5pPr marL="829361" algn="l" defTabSz="414680" rtl="0" eaLnBrk="1" latinLnBrk="0" hangingPunct="1">
      <a:defRPr sz="544" kern="1200">
        <a:solidFill>
          <a:schemeClr val="tx1"/>
        </a:solidFill>
        <a:latin typeface="+mn-lt"/>
        <a:ea typeface="+mn-ea"/>
        <a:cs typeface="+mn-cs"/>
      </a:defRPr>
    </a:lvl5pPr>
    <a:lvl6pPr marL="1036701" algn="l" defTabSz="414680" rtl="0" eaLnBrk="1" latinLnBrk="0" hangingPunct="1">
      <a:defRPr sz="544" kern="1200">
        <a:solidFill>
          <a:schemeClr val="tx1"/>
        </a:solidFill>
        <a:latin typeface="+mn-lt"/>
        <a:ea typeface="+mn-ea"/>
        <a:cs typeface="+mn-cs"/>
      </a:defRPr>
    </a:lvl6pPr>
    <a:lvl7pPr marL="1244041" algn="l" defTabSz="414680" rtl="0" eaLnBrk="1" latinLnBrk="0" hangingPunct="1">
      <a:defRPr sz="544" kern="1200">
        <a:solidFill>
          <a:schemeClr val="tx1"/>
        </a:solidFill>
        <a:latin typeface="+mn-lt"/>
        <a:ea typeface="+mn-ea"/>
        <a:cs typeface="+mn-cs"/>
      </a:defRPr>
    </a:lvl7pPr>
    <a:lvl8pPr marL="1451381" algn="l" defTabSz="414680" rtl="0" eaLnBrk="1" latinLnBrk="0" hangingPunct="1">
      <a:defRPr sz="544" kern="1200">
        <a:solidFill>
          <a:schemeClr val="tx1"/>
        </a:solidFill>
        <a:latin typeface="+mn-lt"/>
        <a:ea typeface="+mn-ea"/>
        <a:cs typeface="+mn-cs"/>
      </a:defRPr>
    </a:lvl8pPr>
    <a:lvl9pPr marL="1658722" algn="l" defTabSz="414680" rtl="0" eaLnBrk="1" latinLnBrk="0" hangingPunct="1">
      <a:defRPr sz="54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jpeg"/><Relationship Id="rId4" Type="http://schemas.openxmlformats.org/officeDocument/2006/relationships/image" Target="../media/image8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jpe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8.svg"/><Relationship Id="rId4" Type="http://schemas.openxmlformats.org/officeDocument/2006/relationships/image" Target="../media/image17.jpe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1.svg"/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1.svg"/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9.jpeg"/><Relationship Id="rId4" Type="http://schemas.openxmlformats.org/officeDocument/2006/relationships/image" Target="../media/image22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24.jpeg"/><Relationship Id="rId4" Type="http://schemas.openxmlformats.org/officeDocument/2006/relationships/image" Target="../media/image21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21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21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28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21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29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21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30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21.sv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21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32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21.sv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sv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35.jpe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36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21.sv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sv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37.jpe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40.svg"/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0.svg"/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41.svg"/><Relationship Id="rId4" Type="http://schemas.openxmlformats.org/officeDocument/2006/relationships/image" Target="../media/image9.jpe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24.jpeg"/><Relationship Id="rId4" Type="http://schemas.openxmlformats.org/officeDocument/2006/relationships/image" Target="../media/image40.sv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40.svg"/><Relationship Id="rId4" Type="http://schemas.openxmlformats.org/officeDocument/2006/relationships/image" Target="../media/image39.sv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40.sv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40.sv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28.jpe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40.sv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29.jpe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40.sv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30.jpe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40.sv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40.sv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32.jpe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40.sv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40.svg"/><Relationship Id="rId4" Type="http://schemas.openxmlformats.org/officeDocument/2006/relationships/image" Target="../media/image39.sv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40.svg"/><Relationship Id="rId4" Type="http://schemas.openxmlformats.org/officeDocument/2006/relationships/image" Target="../media/image39.sv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sv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35.jpe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36.jpe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40.sv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sv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37.jpe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38.svg"/><Relationship Id="rId5" Type="http://schemas.openxmlformats.org/officeDocument/2006/relationships/image" Target="../media/image43.svg"/><Relationship Id="rId4" Type="http://schemas.openxmlformats.org/officeDocument/2006/relationships/image" Target="../media/image12.jpe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7.xml"/><Relationship Id="rId5" Type="http://schemas.openxmlformats.org/officeDocument/2006/relationships/image" Target="../media/image41.svg"/><Relationship Id="rId4" Type="http://schemas.openxmlformats.org/officeDocument/2006/relationships/image" Target="../media/image17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KA_Präsentation // Cover_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8">
            <a:extLst>
              <a:ext uri="{FF2B5EF4-FFF2-40B4-BE49-F238E27FC236}">
                <a16:creationId xmlns:a16="http://schemas.microsoft.com/office/drawing/2014/main" id="{36ED98AA-1C46-0443-A5FC-11C077AE810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2744789"/>
            <a:ext cx="12192000" cy="367252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20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EBC4D843-9687-5E47-9E23-8DA6E1D2F540}"/>
              </a:ext>
            </a:extLst>
          </p:cNvPr>
          <p:cNvSpPr txBox="1"/>
          <p:nvPr userDrawn="1"/>
        </p:nvSpPr>
        <p:spPr>
          <a:xfrm>
            <a:off x="13298216" y="3780960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err="1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AB4AE916-8FBE-0A48-921A-1DECF82C926C}"/>
              </a:ext>
            </a:extLst>
          </p:cNvPr>
          <p:cNvSpPr txBox="1"/>
          <p:nvPr userDrawn="1"/>
        </p:nvSpPr>
        <p:spPr>
          <a:xfrm>
            <a:off x="543403" y="4065509"/>
            <a:ext cx="8023301" cy="195011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4763"/>
              </a:lnSpc>
            </a:pPr>
            <a:endParaRPr lang="de-DE" sz="4717" b="0" i="0" baseline="0">
              <a:solidFill>
                <a:srgbClr val="E63214"/>
              </a:solidFill>
              <a:latin typeface="Calibri" panose="020F0502020204030204" pitchFamily="34" charset="0"/>
            </a:endParaRPr>
          </a:p>
        </p:txBody>
      </p:sp>
      <p:sp>
        <p:nvSpPr>
          <p:cNvPr id="9" name="Textplatzhalter 11">
            <a:extLst>
              <a:ext uri="{FF2B5EF4-FFF2-40B4-BE49-F238E27FC236}">
                <a16:creationId xmlns:a16="http://schemas.microsoft.com/office/drawing/2014/main" id="{EF3C5B44-AC6E-2D48-924E-3901DAE94B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3044" y="1548000"/>
            <a:ext cx="9601200" cy="1093600"/>
          </a:xfrm>
          <a:prstGeom prst="rect">
            <a:avLst/>
          </a:prstGeom>
        </p:spPr>
        <p:txBody>
          <a:bodyPr vert="horz" lIns="0" tIns="0" rIns="0" bIns="0" anchor="b" anchorCtr="0"/>
          <a:lstStyle>
            <a:lvl1pPr marL="0" indent="0">
              <a:lnSpc>
                <a:spcPts val="4200"/>
              </a:lnSpc>
              <a:spcBef>
                <a:spcPts val="0"/>
              </a:spcBef>
              <a:buFontTx/>
              <a:buNone/>
              <a:defRPr sz="4400" spc="-70" baseline="0">
                <a:solidFill>
                  <a:srgbClr val="D72305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/>
              <a:t>Willkommen!</a:t>
            </a:r>
          </a:p>
          <a:p>
            <a:pPr lvl="0"/>
            <a:r>
              <a:rPr lang="de-DE"/>
              <a:t>Hier steht die Headline </a:t>
            </a:r>
          </a:p>
        </p:txBody>
      </p:sp>
      <p:sp>
        <p:nvSpPr>
          <p:cNvPr id="10" name="Bildplatzhalter 3">
            <a:extLst>
              <a:ext uri="{FF2B5EF4-FFF2-40B4-BE49-F238E27FC236}">
                <a16:creationId xmlns:a16="http://schemas.microsoft.com/office/drawing/2014/main" id="{63594EE7-6D4C-F342-9549-A73FD626E6D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663200" y="2065732"/>
            <a:ext cx="1355141" cy="222568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47" r="47"/>
            </a:stretch>
          </a:blipFill>
        </p:spPr>
        <p:txBody>
          <a:bodyPr/>
          <a:lstStyle>
            <a:lvl1pPr>
              <a:defRPr sz="10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600A371-89E2-ED47-9691-9E9170B97B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4800" y="6560424"/>
            <a:ext cx="3271937" cy="1023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7" b="0" baseline="0">
                <a:solidFill>
                  <a:srgbClr val="D72305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/>
              <a:t>Vorname Nachname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0EC0280D-1DC9-4D4F-8C6D-4C387A85644A}"/>
              </a:ext>
            </a:extLst>
          </p:cNvPr>
          <p:cNvSpPr txBox="1"/>
          <p:nvPr userDrawn="1"/>
        </p:nvSpPr>
        <p:spPr>
          <a:xfrm>
            <a:off x="-2356645" y="2343995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Grundlinie Headline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8F7E0B84-5208-5649-A1CA-6D74146EDC74}"/>
              </a:ext>
            </a:extLst>
          </p:cNvPr>
          <p:cNvSpPr txBox="1"/>
          <p:nvPr userDrawn="1"/>
        </p:nvSpPr>
        <p:spPr>
          <a:xfrm>
            <a:off x="-2382169" y="2726620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Bild, K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86480DE9-73A8-2249-BD4A-8C2D2FA63776}"/>
              </a:ext>
            </a:extLst>
          </p:cNvPr>
          <p:cNvSpPr txBox="1"/>
          <p:nvPr userDrawn="1"/>
        </p:nvSpPr>
        <p:spPr>
          <a:xfrm>
            <a:off x="-2382169" y="6296141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Unterkante Bild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F8D9F442-01BB-6F4C-A1FF-816B3394AAE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0000"/>
          </a:blip>
          <a:srcRect/>
          <a:stretch/>
        </p:blipFill>
        <p:spPr>
          <a:xfrm>
            <a:off x="12521184" y="7129"/>
            <a:ext cx="12191999" cy="6843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3815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29" userDrawn="1">
          <p15:clr>
            <a:srgbClr val="FBAE40"/>
          </p15:clr>
        </p15:guide>
        <p15:guide id="3" orient="horz" pos="157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KA_Präsentation // Cover_V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8">
            <a:extLst>
              <a:ext uri="{FF2B5EF4-FFF2-40B4-BE49-F238E27FC236}">
                <a16:creationId xmlns:a16="http://schemas.microsoft.com/office/drawing/2014/main" id="{36ED98AA-1C46-0443-A5FC-11C077AE810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2744789"/>
            <a:ext cx="12192000" cy="411321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20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EBC4D843-9687-5E47-9E23-8DA6E1D2F540}"/>
              </a:ext>
            </a:extLst>
          </p:cNvPr>
          <p:cNvSpPr txBox="1"/>
          <p:nvPr userDrawn="1"/>
        </p:nvSpPr>
        <p:spPr>
          <a:xfrm>
            <a:off x="13298216" y="3780960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err="1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AB4AE916-8FBE-0A48-921A-1DECF82C926C}"/>
              </a:ext>
            </a:extLst>
          </p:cNvPr>
          <p:cNvSpPr txBox="1"/>
          <p:nvPr userDrawn="1"/>
        </p:nvSpPr>
        <p:spPr>
          <a:xfrm>
            <a:off x="543403" y="4065509"/>
            <a:ext cx="8023301" cy="195011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4763"/>
              </a:lnSpc>
            </a:pPr>
            <a:endParaRPr lang="de-DE" sz="4717" b="0" i="0" baseline="0">
              <a:solidFill>
                <a:srgbClr val="E63214"/>
              </a:solidFill>
              <a:latin typeface="Calibri" panose="020F0502020204030204" pitchFamily="34" charset="0"/>
            </a:endParaRPr>
          </a:p>
        </p:txBody>
      </p:sp>
      <p:sp>
        <p:nvSpPr>
          <p:cNvPr id="9" name="Textplatzhalter 11">
            <a:extLst>
              <a:ext uri="{FF2B5EF4-FFF2-40B4-BE49-F238E27FC236}">
                <a16:creationId xmlns:a16="http://schemas.microsoft.com/office/drawing/2014/main" id="{EF3C5B44-AC6E-2D48-924E-3901DAE94B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3044" y="1548000"/>
            <a:ext cx="9601200" cy="1093600"/>
          </a:xfrm>
          <a:prstGeom prst="rect">
            <a:avLst/>
          </a:prstGeom>
        </p:spPr>
        <p:txBody>
          <a:bodyPr vert="horz" lIns="0" tIns="0" rIns="0" bIns="0" anchor="b" anchorCtr="0"/>
          <a:lstStyle>
            <a:lvl1pPr marL="0" indent="0">
              <a:lnSpc>
                <a:spcPts val="4200"/>
              </a:lnSpc>
              <a:spcBef>
                <a:spcPts val="0"/>
              </a:spcBef>
              <a:buFontTx/>
              <a:buNone/>
              <a:defRPr sz="4400" spc="-70" baseline="0">
                <a:solidFill>
                  <a:srgbClr val="D72305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/>
              <a:t>Willkommen!</a:t>
            </a:r>
          </a:p>
          <a:p>
            <a:pPr lvl="0"/>
            <a:r>
              <a:rPr lang="de-DE"/>
              <a:t>Hier steht die Headline </a:t>
            </a:r>
          </a:p>
        </p:txBody>
      </p:sp>
      <p:sp>
        <p:nvSpPr>
          <p:cNvPr id="10" name="Bildplatzhalter 3">
            <a:extLst>
              <a:ext uri="{FF2B5EF4-FFF2-40B4-BE49-F238E27FC236}">
                <a16:creationId xmlns:a16="http://schemas.microsoft.com/office/drawing/2014/main" id="{63594EE7-6D4C-F342-9549-A73FD626E6D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663200" y="2065732"/>
            <a:ext cx="1355141" cy="222568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47" r="47"/>
            </a:stretch>
          </a:blipFill>
        </p:spPr>
        <p:txBody>
          <a:bodyPr/>
          <a:lstStyle>
            <a:lvl1pPr>
              <a:defRPr sz="10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0EC0280D-1DC9-4D4F-8C6D-4C387A85644A}"/>
              </a:ext>
            </a:extLst>
          </p:cNvPr>
          <p:cNvSpPr txBox="1"/>
          <p:nvPr userDrawn="1"/>
        </p:nvSpPr>
        <p:spPr>
          <a:xfrm>
            <a:off x="-2356645" y="2343995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Grundlinie Headline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8F7E0B84-5208-5649-A1CA-6D74146EDC74}"/>
              </a:ext>
            </a:extLst>
          </p:cNvPr>
          <p:cNvSpPr txBox="1"/>
          <p:nvPr userDrawn="1"/>
        </p:nvSpPr>
        <p:spPr>
          <a:xfrm>
            <a:off x="-2382169" y="2726620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Bild, K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86480DE9-73A8-2249-BD4A-8C2D2FA63776}"/>
              </a:ext>
            </a:extLst>
          </p:cNvPr>
          <p:cNvSpPr txBox="1"/>
          <p:nvPr userDrawn="1"/>
        </p:nvSpPr>
        <p:spPr>
          <a:xfrm>
            <a:off x="-2382169" y="6296141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Unterkante Bild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F8D9F442-01BB-6F4C-A1FF-816B3394AAE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0000"/>
          </a:blip>
          <a:srcRect/>
          <a:stretch/>
        </p:blipFill>
        <p:spPr>
          <a:xfrm>
            <a:off x="12521185" y="7129"/>
            <a:ext cx="12191997" cy="6843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1529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29">
          <p15:clr>
            <a:srgbClr val="FBAE40"/>
          </p15:clr>
        </p15:guide>
        <p15:guide id="3" orient="horz" pos="157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KA_Präsentation // Cover_V3">
    <p:bg>
      <p:bgPr>
        <a:solidFill>
          <a:srgbClr val="D723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feld 39">
            <a:extLst>
              <a:ext uri="{FF2B5EF4-FFF2-40B4-BE49-F238E27FC236}">
                <a16:creationId xmlns:a16="http://schemas.microsoft.com/office/drawing/2014/main" id="{B2417DED-3B99-4349-8BA5-D2109765036F}"/>
              </a:ext>
            </a:extLst>
          </p:cNvPr>
          <p:cNvSpPr txBox="1"/>
          <p:nvPr userDrawn="1"/>
        </p:nvSpPr>
        <p:spPr>
          <a:xfrm>
            <a:off x="13298216" y="3780960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err="1"/>
          </a:p>
        </p:txBody>
      </p:sp>
      <p:sp>
        <p:nvSpPr>
          <p:cNvPr id="14" name="Textplatzhalter 11">
            <a:extLst>
              <a:ext uri="{FF2B5EF4-FFF2-40B4-BE49-F238E27FC236}">
                <a16:creationId xmlns:a16="http://schemas.microsoft.com/office/drawing/2014/main" id="{AD848F20-E885-8540-A608-6B6DA063C48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4963" y="1881001"/>
            <a:ext cx="9601200" cy="1488815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lnSpc>
                <a:spcPts val="4200"/>
              </a:lnSpc>
              <a:spcBef>
                <a:spcPts val="0"/>
              </a:spcBef>
              <a:buFontTx/>
              <a:buNone/>
              <a:defRPr sz="4400" spc="-70" baseline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/>
              <a:t>Willkommen!</a:t>
            </a:r>
          </a:p>
          <a:p>
            <a:pPr lvl="0"/>
            <a:r>
              <a:rPr lang="de-DE"/>
              <a:t>Hier steht die Headline </a:t>
            </a:r>
            <a:br>
              <a:rPr lang="de-DE"/>
            </a:br>
            <a:r>
              <a:rPr lang="de-DE"/>
              <a:t>der Präsentation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D9190E2B-E77D-C849-914C-35375BDC90B2}"/>
              </a:ext>
            </a:extLst>
          </p:cNvPr>
          <p:cNvSpPr txBox="1"/>
          <p:nvPr userDrawn="1"/>
        </p:nvSpPr>
        <p:spPr>
          <a:xfrm>
            <a:off x="1063468" y="6629836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370" err="1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0DEA4B71-C0F6-A143-91CD-20DCCAFE1EC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663200" y="1206000"/>
            <a:ext cx="1355294" cy="222568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47" r="47"/>
            </a:stretch>
          </a:blipFill>
        </p:spPr>
        <p:txBody>
          <a:bodyPr/>
          <a:lstStyle>
            <a:lvl1pPr>
              <a:defRPr sz="100" baseline="0">
                <a:solidFill>
                  <a:srgbClr val="D72305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8497CFA3-6340-C34D-B768-F7A95EB4E9C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63200" y="302400"/>
            <a:ext cx="1356360" cy="914400"/>
          </a:xfrm>
          <a:prstGeom prst="rect">
            <a:avLst/>
          </a:prstGeom>
        </p:spPr>
      </p:pic>
      <p:sp>
        <p:nvSpPr>
          <p:cNvPr id="8" name="Textplatzhalter 3">
            <a:extLst>
              <a:ext uri="{FF2B5EF4-FFF2-40B4-BE49-F238E27FC236}">
                <a16:creationId xmlns:a16="http://schemas.microsoft.com/office/drawing/2014/main" id="{C8BD6479-55DD-AC47-9F75-3DCC5AA8DA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4800" y="6560424"/>
            <a:ext cx="3271937" cy="1023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7" b="0" baseline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/>
              <a:t>Vorname Nachname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D9A9E72F-1ACA-F247-8BD4-0C1BBC4CCD82}"/>
              </a:ext>
            </a:extLst>
          </p:cNvPr>
          <p:cNvSpPr txBox="1"/>
          <p:nvPr userDrawn="1"/>
        </p:nvSpPr>
        <p:spPr>
          <a:xfrm>
            <a:off x="-2382169" y="1828971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Headline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320C3BA-CEBB-E24E-BD6C-4E6FC97707F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4963" y="296863"/>
            <a:ext cx="1737360" cy="967740"/>
          </a:xfrm>
          <a:prstGeom prst="rect">
            <a:avLst/>
          </a:prstGeom>
        </p:spPr>
      </p:pic>
      <p:pic>
        <p:nvPicPr>
          <p:cNvPr id="5" name="Grafik 4" descr="Ein Bild, das Text enthält.&#10;&#10;Automatisch generierte Beschreibung">
            <a:extLst>
              <a:ext uri="{FF2B5EF4-FFF2-40B4-BE49-F238E27FC236}">
                <a16:creationId xmlns:a16="http://schemas.microsoft.com/office/drawing/2014/main" id="{F9C5C9DE-460D-3A49-889E-B30613FE6DB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12557760" y="7129"/>
            <a:ext cx="12192000" cy="6843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4936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85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T_Präsentation // ENDE_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Bildplatzhalter 8">
            <a:extLst>
              <a:ext uri="{FF2B5EF4-FFF2-40B4-BE49-F238E27FC236}">
                <a16:creationId xmlns:a16="http://schemas.microsoft.com/office/drawing/2014/main" id="{151CC415-D610-164F-8212-19D930A4FE1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878014"/>
            <a:ext cx="12192000" cy="497998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/>
          <a:lstStyle>
            <a:lvl1pPr marL="0" indent="0">
              <a:buFontTx/>
              <a:buNone/>
              <a:defRPr sz="20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de-DE"/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B2417DED-3B99-4349-8BA5-D2109765036F}"/>
              </a:ext>
            </a:extLst>
          </p:cNvPr>
          <p:cNvSpPr txBox="1"/>
          <p:nvPr userDrawn="1"/>
        </p:nvSpPr>
        <p:spPr>
          <a:xfrm>
            <a:off x="13298216" y="3780960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err="1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F3E5D8AC-DBDD-8042-8A9E-253E12704B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85222" y="399917"/>
            <a:ext cx="1734897" cy="880228"/>
          </a:xfrm>
          <a:prstGeom prst="rect">
            <a:avLst/>
          </a:prstGeom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A9BEB07F-910E-0E46-BDFE-125F07CADA4E}"/>
              </a:ext>
            </a:extLst>
          </p:cNvPr>
          <p:cNvSpPr txBox="1"/>
          <p:nvPr userDrawn="1"/>
        </p:nvSpPr>
        <p:spPr>
          <a:xfrm>
            <a:off x="13390384" y="3850088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err="1"/>
          </a:p>
        </p:txBody>
      </p:sp>
      <p:sp>
        <p:nvSpPr>
          <p:cNvPr id="19" name="Textplatzhalter 5">
            <a:extLst>
              <a:ext uri="{FF2B5EF4-FFF2-40B4-BE49-F238E27FC236}">
                <a16:creationId xmlns:a16="http://schemas.microsoft.com/office/drawing/2014/main" id="{A73AD921-16F2-3B46-9FDD-5415DE1C05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800" y="6385020"/>
            <a:ext cx="9013364" cy="284888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3200" baseline="0">
                <a:solidFill>
                  <a:srgbClr val="28873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 err="1"/>
              <a:t>www.h-ka.de</a:t>
            </a:r>
            <a:endParaRPr lang="de-DE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CAF26BDA-907D-2E47-B1CD-6C22CA6027FD}"/>
              </a:ext>
            </a:extLst>
          </p:cNvPr>
          <p:cNvSpPr txBox="1"/>
          <p:nvPr userDrawn="1"/>
        </p:nvSpPr>
        <p:spPr>
          <a:xfrm>
            <a:off x="-2356645" y="1822490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Bild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08575FA1-3AA5-F649-816C-2E0662725254}"/>
              </a:ext>
            </a:extLst>
          </p:cNvPr>
          <p:cNvSpPr txBox="1"/>
          <p:nvPr userDrawn="1"/>
        </p:nvSpPr>
        <p:spPr>
          <a:xfrm>
            <a:off x="-2356646" y="6527464"/>
            <a:ext cx="1915971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Unterkante Domain/sonstige Info</a:t>
            </a:r>
          </a:p>
        </p:txBody>
      </p:sp>
      <p:sp>
        <p:nvSpPr>
          <p:cNvPr id="21" name="Bildplatzhalter 3">
            <a:extLst>
              <a:ext uri="{FF2B5EF4-FFF2-40B4-BE49-F238E27FC236}">
                <a16:creationId xmlns:a16="http://schemas.microsoft.com/office/drawing/2014/main" id="{A0983EF8-6907-9B4B-9370-19CC69B038E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663200" y="1198800"/>
            <a:ext cx="1319153" cy="222568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47" r="47"/>
            </a:stretch>
          </a:blipFill>
        </p:spPr>
        <p:txBody>
          <a:bodyPr/>
          <a:lstStyle>
            <a:lvl1pPr marL="0" indent="0">
              <a:buNone/>
              <a:defRPr sz="100" baseline="0">
                <a:solidFill>
                  <a:schemeClr val="bg1"/>
                </a:solidFill>
              </a:defRPr>
            </a:lvl1pPr>
          </a:lstStyle>
          <a:p>
            <a:endParaRPr lang="de-DE"/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2873CCAF-E7C6-2047-9734-90C61A6AEC8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50000"/>
          </a:blip>
          <a:srcRect/>
          <a:stretch/>
        </p:blipFill>
        <p:spPr>
          <a:xfrm>
            <a:off x="12521185" y="7129"/>
            <a:ext cx="12191997" cy="6843741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95608EE6-59A4-664F-A0E9-3A7180836C3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34964" y="296864"/>
            <a:ext cx="1737358" cy="967739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07941B59-A3C9-3D41-BCD5-6E217D5D946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663200" y="295200"/>
            <a:ext cx="135636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767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T_Präsentation // ENDE_V2">
    <p:bg>
      <p:bgPr>
        <a:solidFill>
          <a:srgbClr val="2887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feld 39">
            <a:extLst>
              <a:ext uri="{FF2B5EF4-FFF2-40B4-BE49-F238E27FC236}">
                <a16:creationId xmlns:a16="http://schemas.microsoft.com/office/drawing/2014/main" id="{B2417DED-3B99-4349-8BA5-D2109765036F}"/>
              </a:ext>
            </a:extLst>
          </p:cNvPr>
          <p:cNvSpPr txBox="1"/>
          <p:nvPr userDrawn="1"/>
        </p:nvSpPr>
        <p:spPr>
          <a:xfrm>
            <a:off x="13298216" y="3780960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err="1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2E7EBA15-E6DE-9944-99E0-ABDB4E5D71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963" y="6372000"/>
            <a:ext cx="9013364" cy="284888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3200" baseline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 err="1"/>
              <a:t>www.h-ka.de</a:t>
            </a:r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A9BEB07F-910E-0E46-BDFE-125F07CADA4E}"/>
              </a:ext>
            </a:extLst>
          </p:cNvPr>
          <p:cNvSpPr txBox="1"/>
          <p:nvPr userDrawn="1"/>
        </p:nvSpPr>
        <p:spPr>
          <a:xfrm>
            <a:off x="13390384" y="3850088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err="1"/>
          </a:p>
        </p:txBody>
      </p:sp>
      <p:sp>
        <p:nvSpPr>
          <p:cNvPr id="10" name="Bildplatzhalter 3">
            <a:extLst>
              <a:ext uri="{FF2B5EF4-FFF2-40B4-BE49-F238E27FC236}">
                <a16:creationId xmlns:a16="http://schemas.microsoft.com/office/drawing/2014/main" id="{AB5ACA4C-4F39-604A-9FE7-667DCEBC134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663200" y="1206000"/>
            <a:ext cx="1355294" cy="222568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47" r="47"/>
            </a:stretch>
          </a:blipFill>
        </p:spPr>
        <p:txBody>
          <a:bodyPr/>
          <a:lstStyle>
            <a:lvl1pPr marL="0" indent="0">
              <a:buNone/>
              <a:defRPr sz="100" baseline="0">
                <a:solidFill>
                  <a:srgbClr val="D72305"/>
                </a:solidFill>
              </a:defRPr>
            </a:lvl1pPr>
          </a:lstStyle>
          <a:p>
            <a:endParaRPr lang="de-DE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5D27FEBF-F841-9845-B6A8-6D30973528B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63200" y="302305"/>
            <a:ext cx="1356360" cy="914400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2231604B-8620-CA4A-AC7F-053FE140E4C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50000"/>
          </a:blip>
          <a:srcRect/>
          <a:stretch/>
        </p:blipFill>
        <p:spPr>
          <a:xfrm>
            <a:off x="12521185" y="7129"/>
            <a:ext cx="12191997" cy="6843741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332DFD38-CF2E-AA46-B671-B849F4415C1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34964" y="296863"/>
            <a:ext cx="1737358" cy="967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264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WI_Präsentation // Cover_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8">
            <a:extLst>
              <a:ext uri="{FF2B5EF4-FFF2-40B4-BE49-F238E27FC236}">
                <a16:creationId xmlns:a16="http://schemas.microsoft.com/office/drawing/2014/main" id="{36ED98AA-1C46-0443-A5FC-11C077AE810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2744789"/>
            <a:ext cx="12192000" cy="367252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20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EBC4D843-9687-5E47-9E23-8DA6E1D2F540}"/>
              </a:ext>
            </a:extLst>
          </p:cNvPr>
          <p:cNvSpPr txBox="1"/>
          <p:nvPr userDrawn="1"/>
        </p:nvSpPr>
        <p:spPr>
          <a:xfrm>
            <a:off x="13298216" y="3780960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err="1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AB4AE916-8FBE-0A48-921A-1DECF82C926C}"/>
              </a:ext>
            </a:extLst>
          </p:cNvPr>
          <p:cNvSpPr txBox="1"/>
          <p:nvPr userDrawn="1"/>
        </p:nvSpPr>
        <p:spPr>
          <a:xfrm>
            <a:off x="543403" y="4065509"/>
            <a:ext cx="8023301" cy="195011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4763"/>
              </a:lnSpc>
            </a:pPr>
            <a:endParaRPr lang="de-DE" sz="4717" b="0" i="0" baseline="0">
              <a:solidFill>
                <a:srgbClr val="E63214"/>
              </a:solidFill>
              <a:latin typeface="Calibri" panose="020F0502020204030204" pitchFamily="34" charset="0"/>
            </a:endParaRPr>
          </a:p>
        </p:txBody>
      </p:sp>
      <p:sp>
        <p:nvSpPr>
          <p:cNvPr id="9" name="Textplatzhalter 11">
            <a:extLst>
              <a:ext uri="{FF2B5EF4-FFF2-40B4-BE49-F238E27FC236}">
                <a16:creationId xmlns:a16="http://schemas.microsoft.com/office/drawing/2014/main" id="{EF3C5B44-AC6E-2D48-924E-3901DAE94B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3044" y="1548000"/>
            <a:ext cx="9601200" cy="1093600"/>
          </a:xfrm>
          <a:prstGeom prst="rect">
            <a:avLst/>
          </a:prstGeom>
        </p:spPr>
        <p:txBody>
          <a:bodyPr vert="horz" lIns="0" tIns="0" rIns="0" bIns="0" anchor="b" anchorCtr="0"/>
          <a:lstStyle>
            <a:lvl1pPr marL="0" indent="0">
              <a:lnSpc>
                <a:spcPts val="4200"/>
              </a:lnSpc>
              <a:spcBef>
                <a:spcPts val="0"/>
              </a:spcBef>
              <a:buFontTx/>
              <a:buNone/>
              <a:defRPr sz="4400" spc="-70" baseline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/>
              <a:t>Willkommen!</a:t>
            </a:r>
          </a:p>
          <a:p>
            <a:pPr lvl="0"/>
            <a:r>
              <a:rPr lang="de-DE"/>
              <a:t>Hier steht die Headline </a:t>
            </a:r>
          </a:p>
        </p:txBody>
      </p:sp>
      <p:sp>
        <p:nvSpPr>
          <p:cNvPr id="10" name="Bildplatzhalter 3">
            <a:extLst>
              <a:ext uri="{FF2B5EF4-FFF2-40B4-BE49-F238E27FC236}">
                <a16:creationId xmlns:a16="http://schemas.microsoft.com/office/drawing/2014/main" id="{63594EE7-6D4C-F342-9549-A73FD626E6D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663200" y="2065732"/>
            <a:ext cx="1355141" cy="222568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47" r="47"/>
            </a:stretch>
          </a:blipFill>
        </p:spPr>
        <p:txBody>
          <a:bodyPr/>
          <a:lstStyle>
            <a:lvl1pPr>
              <a:defRPr sz="10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600A371-89E2-ED47-9691-9E9170B97B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4800" y="6560424"/>
            <a:ext cx="3271937" cy="1023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7" b="0" baseline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/>
              <a:t>Vorname Nachname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0EC0280D-1DC9-4D4F-8C6D-4C387A85644A}"/>
              </a:ext>
            </a:extLst>
          </p:cNvPr>
          <p:cNvSpPr txBox="1"/>
          <p:nvPr userDrawn="1"/>
        </p:nvSpPr>
        <p:spPr>
          <a:xfrm>
            <a:off x="-2356645" y="2343995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Grundlinie Headline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8F7E0B84-5208-5649-A1CA-6D74146EDC74}"/>
              </a:ext>
            </a:extLst>
          </p:cNvPr>
          <p:cNvSpPr txBox="1"/>
          <p:nvPr userDrawn="1"/>
        </p:nvSpPr>
        <p:spPr>
          <a:xfrm>
            <a:off x="-2382169" y="2726620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Bild, K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86480DE9-73A8-2249-BD4A-8C2D2FA63776}"/>
              </a:ext>
            </a:extLst>
          </p:cNvPr>
          <p:cNvSpPr txBox="1"/>
          <p:nvPr userDrawn="1"/>
        </p:nvSpPr>
        <p:spPr>
          <a:xfrm>
            <a:off x="-2382169" y="6296141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Unterkante Bild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F8D9F442-01BB-6F4C-A1FF-816B3394AAE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0000"/>
          </a:blip>
          <a:srcRect/>
          <a:stretch/>
        </p:blipFill>
        <p:spPr>
          <a:xfrm>
            <a:off x="12521184" y="7129"/>
            <a:ext cx="12191999" cy="6843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7541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29" userDrawn="1">
          <p15:clr>
            <a:srgbClr val="FBAE40"/>
          </p15:clr>
        </p15:guide>
        <p15:guide id="3" orient="horz" pos="157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WI_Präsentation // Cover_V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8">
            <a:extLst>
              <a:ext uri="{FF2B5EF4-FFF2-40B4-BE49-F238E27FC236}">
                <a16:creationId xmlns:a16="http://schemas.microsoft.com/office/drawing/2014/main" id="{36ED98AA-1C46-0443-A5FC-11C077AE810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2744789"/>
            <a:ext cx="12192000" cy="410608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20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EBC4D843-9687-5E47-9E23-8DA6E1D2F540}"/>
              </a:ext>
            </a:extLst>
          </p:cNvPr>
          <p:cNvSpPr txBox="1"/>
          <p:nvPr userDrawn="1"/>
        </p:nvSpPr>
        <p:spPr>
          <a:xfrm>
            <a:off x="13298216" y="3780960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err="1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AB4AE916-8FBE-0A48-921A-1DECF82C926C}"/>
              </a:ext>
            </a:extLst>
          </p:cNvPr>
          <p:cNvSpPr txBox="1"/>
          <p:nvPr userDrawn="1"/>
        </p:nvSpPr>
        <p:spPr>
          <a:xfrm>
            <a:off x="543403" y="4065509"/>
            <a:ext cx="8023301" cy="195011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4763"/>
              </a:lnSpc>
            </a:pPr>
            <a:endParaRPr lang="de-DE" sz="4717" b="0" i="0" baseline="0">
              <a:solidFill>
                <a:srgbClr val="E63214"/>
              </a:solidFill>
              <a:latin typeface="Calibri" panose="020F0502020204030204" pitchFamily="34" charset="0"/>
            </a:endParaRPr>
          </a:p>
        </p:txBody>
      </p:sp>
      <p:sp>
        <p:nvSpPr>
          <p:cNvPr id="9" name="Textplatzhalter 11">
            <a:extLst>
              <a:ext uri="{FF2B5EF4-FFF2-40B4-BE49-F238E27FC236}">
                <a16:creationId xmlns:a16="http://schemas.microsoft.com/office/drawing/2014/main" id="{EF3C5B44-AC6E-2D48-924E-3901DAE94B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3044" y="1548000"/>
            <a:ext cx="9601200" cy="1093600"/>
          </a:xfrm>
          <a:prstGeom prst="rect">
            <a:avLst/>
          </a:prstGeom>
        </p:spPr>
        <p:txBody>
          <a:bodyPr vert="horz" lIns="0" tIns="0" rIns="0" bIns="0" anchor="b" anchorCtr="0"/>
          <a:lstStyle>
            <a:lvl1pPr marL="0" indent="0">
              <a:lnSpc>
                <a:spcPts val="4200"/>
              </a:lnSpc>
              <a:spcBef>
                <a:spcPts val="0"/>
              </a:spcBef>
              <a:buFontTx/>
              <a:buNone/>
              <a:defRPr sz="4400" spc="-70" baseline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/>
              <a:t>Willkommen!</a:t>
            </a:r>
          </a:p>
          <a:p>
            <a:pPr lvl="0"/>
            <a:r>
              <a:rPr lang="de-DE"/>
              <a:t>Hier steht die Headline </a:t>
            </a:r>
          </a:p>
        </p:txBody>
      </p:sp>
      <p:sp>
        <p:nvSpPr>
          <p:cNvPr id="10" name="Bildplatzhalter 3">
            <a:extLst>
              <a:ext uri="{FF2B5EF4-FFF2-40B4-BE49-F238E27FC236}">
                <a16:creationId xmlns:a16="http://schemas.microsoft.com/office/drawing/2014/main" id="{63594EE7-6D4C-F342-9549-A73FD626E6D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663200" y="2065732"/>
            <a:ext cx="1355141" cy="222568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47" r="47"/>
            </a:stretch>
          </a:blipFill>
        </p:spPr>
        <p:txBody>
          <a:bodyPr/>
          <a:lstStyle>
            <a:lvl1pPr>
              <a:defRPr sz="10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0EC0280D-1DC9-4D4F-8C6D-4C387A85644A}"/>
              </a:ext>
            </a:extLst>
          </p:cNvPr>
          <p:cNvSpPr txBox="1"/>
          <p:nvPr userDrawn="1"/>
        </p:nvSpPr>
        <p:spPr>
          <a:xfrm>
            <a:off x="-2356645" y="2343995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Grundlinie Headline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8F7E0B84-5208-5649-A1CA-6D74146EDC74}"/>
              </a:ext>
            </a:extLst>
          </p:cNvPr>
          <p:cNvSpPr txBox="1"/>
          <p:nvPr userDrawn="1"/>
        </p:nvSpPr>
        <p:spPr>
          <a:xfrm>
            <a:off x="-2382169" y="2726620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Bild, K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86480DE9-73A8-2249-BD4A-8C2D2FA63776}"/>
              </a:ext>
            </a:extLst>
          </p:cNvPr>
          <p:cNvSpPr txBox="1"/>
          <p:nvPr userDrawn="1"/>
        </p:nvSpPr>
        <p:spPr>
          <a:xfrm>
            <a:off x="-2382169" y="6296141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Unterkante Bild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F8D9F442-01BB-6F4C-A1FF-816B3394AAE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0000"/>
          </a:blip>
          <a:srcRect/>
          <a:stretch/>
        </p:blipFill>
        <p:spPr>
          <a:xfrm>
            <a:off x="12521185" y="7129"/>
            <a:ext cx="12191997" cy="6843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3370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29">
          <p15:clr>
            <a:srgbClr val="FBAE40"/>
          </p15:clr>
        </p15:guide>
        <p15:guide id="3" orient="horz" pos="157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WI_Präsentation // Cover_V3">
    <p:bg>
      <p:bgPr>
        <a:solidFill>
          <a:srgbClr val="6437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feld 39">
            <a:extLst>
              <a:ext uri="{FF2B5EF4-FFF2-40B4-BE49-F238E27FC236}">
                <a16:creationId xmlns:a16="http://schemas.microsoft.com/office/drawing/2014/main" id="{B2417DED-3B99-4349-8BA5-D2109765036F}"/>
              </a:ext>
            </a:extLst>
          </p:cNvPr>
          <p:cNvSpPr txBox="1"/>
          <p:nvPr userDrawn="1"/>
        </p:nvSpPr>
        <p:spPr>
          <a:xfrm>
            <a:off x="13298216" y="3780960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err="1"/>
          </a:p>
        </p:txBody>
      </p:sp>
      <p:sp>
        <p:nvSpPr>
          <p:cNvPr id="14" name="Textplatzhalter 11">
            <a:extLst>
              <a:ext uri="{FF2B5EF4-FFF2-40B4-BE49-F238E27FC236}">
                <a16:creationId xmlns:a16="http://schemas.microsoft.com/office/drawing/2014/main" id="{AD848F20-E885-8540-A608-6B6DA063C48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4963" y="1881001"/>
            <a:ext cx="9601200" cy="1488815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lnSpc>
                <a:spcPts val="4200"/>
              </a:lnSpc>
              <a:spcBef>
                <a:spcPts val="0"/>
              </a:spcBef>
              <a:buFontTx/>
              <a:buNone/>
              <a:defRPr sz="4400" spc="-70" baseline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/>
              <a:t>Willkommen!</a:t>
            </a:r>
          </a:p>
          <a:p>
            <a:pPr lvl="0"/>
            <a:r>
              <a:rPr lang="de-DE"/>
              <a:t>Hier steht die Headline </a:t>
            </a:r>
            <a:br>
              <a:rPr lang="de-DE"/>
            </a:br>
            <a:r>
              <a:rPr lang="de-DE"/>
              <a:t>der Präsentation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D9190E2B-E77D-C849-914C-35375BDC90B2}"/>
              </a:ext>
            </a:extLst>
          </p:cNvPr>
          <p:cNvSpPr txBox="1"/>
          <p:nvPr userDrawn="1"/>
        </p:nvSpPr>
        <p:spPr>
          <a:xfrm>
            <a:off x="1063468" y="6629836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370" err="1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0DEA4B71-C0F6-A143-91CD-20DCCAFE1EC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663200" y="1206000"/>
            <a:ext cx="1355294" cy="222568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47" r="47"/>
            </a:stretch>
          </a:blipFill>
        </p:spPr>
        <p:txBody>
          <a:bodyPr/>
          <a:lstStyle>
            <a:lvl1pPr>
              <a:defRPr sz="100" baseline="0">
                <a:solidFill>
                  <a:srgbClr val="D72305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8497CFA3-6340-C34D-B768-F7A95EB4E9C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63200" y="302400"/>
            <a:ext cx="1356360" cy="914400"/>
          </a:xfrm>
          <a:prstGeom prst="rect">
            <a:avLst/>
          </a:prstGeom>
        </p:spPr>
      </p:pic>
      <p:sp>
        <p:nvSpPr>
          <p:cNvPr id="8" name="Textplatzhalter 3">
            <a:extLst>
              <a:ext uri="{FF2B5EF4-FFF2-40B4-BE49-F238E27FC236}">
                <a16:creationId xmlns:a16="http://schemas.microsoft.com/office/drawing/2014/main" id="{C8BD6479-55DD-AC47-9F75-3DCC5AA8DA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4800" y="6560424"/>
            <a:ext cx="3271937" cy="1023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7" b="0" baseline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/>
              <a:t>Vorname Nachname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D9A9E72F-1ACA-F247-8BD4-0C1BBC4CCD82}"/>
              </a:ext>
            </a:extLst>
          </p:cNvPr>
          <p:cNvSpPr txBox="1"/>
          <p:nvPr userDrawn="1"/>
        </p:nvSpPr>
        <p:spPr>
          <a:xfrm>
            <a:off x="-2382169" y="1828971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Headline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320C3BA-CEBB-E24E-BD6C-4E6FC97707F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34965" y="296863"/>
            <a:ext cx="1737356" cy="967738"/>
          </a:xfrm>
          <a:prstGeom prst="rect">
            <a:avLst/>
          </a:prstGeom>
        </p:spPr>
      </p:pic>
      <p:pic>
        <p:nvPicPr>
          <p:cNvPr id="5" name="Grafik 4" descr="Ein Bild, das Text enthält.&#10;&#10;Automatisch generierte Beschreibung">
            <a:extLst>
              <a:ext uri="{FF2B5EF4-FFF2-40B4-BE49-F238E27FC236}">
                <a16:creationId xmlns:a16="http://schemas.microsoft.com/office/drawing/2014/main" id="{F9C5C9DE-460D-3A49-889E-B30613FE6DB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12557760" y="7129"/>
            <a:ext cx="12192000" cy="6843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5700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85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WI_Präsentation // Headline + 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feld 39">
            <a:extLst>
              <a:ext uri="{FF2B5EF4-FFF2-40B4-BE49-F238E27FC236}">
                <a16:creationId xmlns:a16="http://schemas.microsoft.com/office/drawing/2014/main" id="{B2417DED-3B99-4349-8BA5-D2109765036F}"/>
              </a:ext>
            </a:extLst>
          </p:cNvPr>
          <p:cNvSpPr txBox="1"/>
          <p:nvPr userDrawn="1"/>
        </p:nvSpPr>
        <p:spPr>
          <a:xfrm>
            <a:off x="13298216" y="3780960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err="1"/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86E46402-E95E-8E4B-91CE-C6482D95DF0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4960" y="1206001"/>
            <a:ext cx="10909303" cy="4599488"/>
          </a:xfrm>
          <a:prstGeom prst="rect">
            <a:avLst/>
          </a:prstGeom>
        </p:spPr>
        <p:txBody>
          <a:bodyPr lIns="0" tIns="0" rIns="0" bIns="0" numCol="1" spcCol="720000"/>
          <a:lstStyle>
            <a:lvl1pPr marL="0" indent="0">
              <a:lnSpc>
                <a:spcPts val="2100"/>
              </a:lnSpc>
              <a:spcBef>
                <a:spcPts val="1350"/>
              </a:spcBef>
              <a:spcAft>
                <a:spcPts val="0"/>
              </a:spcAft>
              <a:buSzPct val="90000"/>
              <a:buFontTx/>
              <a:buNone/>
              <a:defRPr sz="180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52000" indent="-252000">
              <a:lnSpc>
                <a:spcPts val="2250"/>
              </a:lnSpc>
              <a:spcBef>
                <a:spcPts val="350"/>
              </a:spcBef>
              <a:spcAft>
                <a:spcPts val="200"/>
              </a:spcAft>
              <a:buFontTx/>
              <a:buBlip>
                <a:blip r:embed="rId2"/>
              </a:buBlip>
              <a:defRPr sz="180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504000" indent="-252000">
              <a:lnSpc>
                <a:spcPts val="2250"/>
              </a:lnSpc>
              <a:spcBef>
                <a:spcPts val="350"/>
              </a:spcBef>
              <a:spcAft>
                <a:spcPts val="0"/>
              </a:spcAft>
              <a:buSzPct val="100000"/>
              <a:buFontTx/>
              <a:buBlip>
                <a:blip r:embed="rId2"/>
              </a:buBlip>
              <a:defRPr sz="180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504000" indent="-234000">
              <a:lnSpc>
                <a:spcPts val="2250"/>
              </a:lnSpc>
              <a:spcBef>
                <a:spcPts val="350"/>
              </a:spcBef>
              <a:spcAft>
                <a:spcPts val="0"/>
              </a:spcAft>
              <a:buSzPct val="90000"/>
              <a:buFont typeface="Arial" pitchFamily="2" charset="2"/>
              <a:buChar char="-"/>
              <a:defRPr sz="180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504000" indent="0">
              <a:lnSpc>
                <a:spcPts val="1800"/>
              </a:lnSpc>
              <a:spcBef>
                <a:spcPts val="350"/>
              </a:spcBef>
              <a:spcAft>
                <a:spcPts val="0"/>
              </a:spcAft>
              <a:buNone/>
              <a:defRPr sz="1452" b="0" i="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de-DE"/>
              <a:t>Mastertextformat bearbeiten 18pt</a:t>
            </a:r>
          </a:p>
          <a:p>
            <a:pPr lvl="1"/>
            <a:r>
              <a:rPr lang="de-DE"/>
              <a:t>Zweite Ebene 18pt</a:t>
            </a:r>
          </a:p>
          <a:p>
            <a:pPr lvl="2"/>
            <a:r>
              <a:rPr lang="de-DE"/>
              <a:t>Dritte Ebene 18pt</a:t>
            </a:r>
          </a:p>
          <a:p>
            <a:pPr lvl="3"/>
            <a:r>
              <a:rPr lang="de-DE"/>
              <a:t>Vierte Ebene 18pt</a:t>
            </a:r>
          </a:p>
          <a:p>
            <a:pPr lvl="4"/>
            <a:r>
              <a:rPr lang="de-DE"/>
              <a:t>Fünfte Ebene 14,5pt</a:t>
            </a:r>
          </a:p>
        </p:txBody>
      </p:sp>
      <p:sp>
        <p:nvSpPr>
          <p:cNvPr id="9" name="Textplatzhalter 2">
            <a:extLst>
              <a:ext uri="{FF2B5EF4-FFF2-40B4-BE49-F238E27FC236}">
                <a16:creationId xmlns:a16="http://schemas.microsoft.com/office/drawing/2014/main" id="{901185BA-D52F-D14B-86B3-9443C18925B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4962" y="306002"/>
            <a:ext cx="10909301" cy="89097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000"/>
              </a:lnSpc>
              <a:buNone/>
              <a:defRPr sz="3200" spc="-20" baseline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lnSpc>
                <a:spcPts val="1600"/>
              </a:lnSpc>
              <a:spcBef>
                <a:spcPts val="500"/>
              </a:spcBef>
              <a:buNone/>
              <a:defRPr sz="1800" b="0" i="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0" indent="0">
              <a:lnSpc>
                <a:spcPts val="1400"/>
              </a:lnSpc>
              <a:spcBef>
                <a:spcPts val="500"/>
              </a:spcBef>
              <a:buNone/>
              <a:defRPr sz="145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3pPr>
          </a:lstStyle>
          <a:p>
            <a:pPr lvl="0"/>
            <a:r>
              <a:rPr lang="de-DE"/>
              <a:t>Mastertextformat bearbeiten 32pt / ZA 30pt</a:t>
            </a:r>
          </a:p>
          <a:p>
            <a:pPr lvl="1"/>
            <a:r>
              <a:rPr lang="de-DE"/>
              <a:t>Zweite Ebene 18pt</a:t>
            </a:r>
          </a:p>
          <a:p>
            <a:pPr lvl="2"/>
            <a:r>
              <a:rPr lang="de-DE"/>
              <a:t>Dritte Ebene 14,5pt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D2E72119-490B-1845-9D75-16B134CF87E9}"/>
              </a:ext>
            </a:extLst>
          </p:cNvPr>
          <p:cNvSpPr txBox="1"/>
          <p:nvPr userDrawn="1"/>
        </p:nvSpPr>
        <p:spPr>
          <a:xfrm>
            <a:off x="-2356645" y="264266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Headline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C97E69B1-EE6A-9E46-A114-65ACB3875226}"/>
              </a:ext>
            </a:extLst>
          </p:cNvPr>
          <p:cNvSpPr txBox="1"/>
          <p:nvPr userDrawn="1"/>
        </p:nvSpPr>
        <p:spPr>
          <a:xfrm>
            <a:off x="-2356645" y="1149958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Inhalt</a:t>
            </a:r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D318F462-CCE5-C94F-B170-2AB521F1013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244769" y="299812"/>
            <a:ext cx="665997" cy="448987"/>
          </a:xfrm>
          <a:prstGeom prst="rect">
            <a:avLst/>
          </a:prstGeom>
        </p:spPr>
      </p:pic>
      <p:sp>
        <p:nvSpPr>
          <p:cNvPr id="18" name="Bildplatzhalter 4">
            <a:extLst>
              <a:ext uri="{FF2B5EF4-FFF2-40B4-BE49-F238E27FC236}">
                <a16:creationId xmlns:a16="http://schemas.microsoft.com/office/drawing/2014/main" id="{0C63B4FA-C073-1D44-BD94-A80B4471D60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1244768" y="5470338"/>
            <a:ext cx="666000" cy="10908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47" r="47"/>
            </a:stretch>
          </a:blipFill>
        </p:spPr>
        <p:txBody>
          <a:bodyPr/>
          <a:lstStyle>
            <a:lvl1pPr marL="0" indent="0">
              <a:buNone/>
              <a:defRPr sz="100" b="0" i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de-DE"/>
          </a:p>
        </p:txBody>
      </p:sp>
      <p:pic>
        <p:nvPicPr>
          <p:cNvPr id="5" name="Grafik 4" descr="Ein Bild, das Text enthält.&#10;&#10;Automatisch generierte Beschreibung">
            <a:extLst>
              <a:ext uri="{FF2B5EF4-FFF2-40B4-BE49-F238E27FC236}">
                <a16:creationId xmlns:a16="http://schemas.microsoft.com/office/drawing/2014/main" id="{C872160C-E371-2E42-9471-C2D3D30ED02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12521184" y="7129"/>
            <a:ext cx="12192000" cy="6843742"/>
          </a:xfrm>
          <a:prstGeom prst="rect">
            <a:avLst/>
          </a:prstGeom>
        </p:spPr>
      </p:pic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AA4CCEC-3794-0D4A-81F9-043900509AEA}"/>
              </a:ext>
            </a:extLst>
          </p:cNvPr>
          <p:cNvSpPr>
            <a:spLocks noGrp="1"/>
          </p:cNvSpPr>
          <p:nvPr>
            <p:ph type="dt" sz="half" idx="27"/>
          </p:nvPr>
        </p:nvSpPr>
        <p:spPr/>
        <p:txBody>
          <a:bodyPr/>
          <a:lstStyle/>
          <a:p>
            <a:r>
              <a:rPr lang="de-DE"/>
              <a:t>20. Januar 2021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1A20817-32B1-B242-B903-895297FA5504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de-DE"/>
              <a:t>Hochschule Karlsruhe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7C47507-8421-B144-8718-EAA64FBC6592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13005BA2-ABF8-0A46-8B15-84F2660EFA6C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52987465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" orient="horz" pos="754" userDrawn="1">
          <p15:clr>
            <a:srgbClr val="FBAE40"/>
          </p15:clr>
        </p15:guide>
        <p15:guide id="2" orient="horz" pos="187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WI_Präsentation // Headline + FT / 2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feld 9">
            <a:extLst>
              <a:ext uri="{FF2B5EF4-FFF2-40B4-BE49-F238E27FC236}">
                <a16:creationId xmlns:a16="http://schemas.microsoft.com/office/drawing/2014/main" id="{B7D610AA-3D36-484D-8F57-7B53FF0FF4D4}"/>
              </a:ext>
            </a:extLst>
          </p:cNvPr>
          <p:cNvSpPr txBox="1"/>
          <p:nvPr userDrawn="1"/>
        </p:nvSpPr>
        <p:spPr>
          <a:xfrm>
            <a:off x="13298216" y="3780960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err="1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0F0FB05-04C2-824E-B783-EC81EB6ADA5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4961" y="1206000"/>
            <a:ext cx="10908000" cy="4599488"/>
          </a:xfrm>
          <a:prstGeom prst="rect">
            <a:avLst/>
          </a:prstGeom>
        </p:spPr>
        <p:txBody>
          <a:bodyPr lIns="0" tIns="0" rIns="0" bIns="0" numCol="2" spcCol="360000"/>
          <a:lstStyle>
            <a:lvl1pPr marL="0" indent="0">
              <a:lnSpc>
                <a:spcPts val="1700"/>
              </a:lnSpc>
              <a:spcBef>
                <a:spcPts val="1200"/>
              </a:spcBef>
              <a:spcAft>
                <a:spcPts val="0"/>
              </a:spcAft>
              <a:buSzPct val="90000"/>
              <a:buFontTx/>
              <a:buNone/>
              <a:defRPr sz="1452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52000" indent="-252000">
              <a:lnSpc>
                <a:spcPts val="1800"/>
              </a:lnSpc>
              <a:spcBef>
                <a:spcPts val="350"/>
              </a:spcBef>
              <a:spcAft>
                <a:spcPts val="200"/>
              </a:spcAft>
              <a:buFontTx/>
              <a:buBlip>
                <a:blip r:embed="rId2"/>
              </a:buBlip>
              <a:defRPr sz="1452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504000" indent="-252000">
              <a:lnSpc>
                <a:spcPts val="1800"/>
              </a:lnSpc>
              <a:spcBef>
                <a:spcPts val="350"/>
              </a:spcBef>
              <a:spcAft>
                <a:spcPts val="0"/>
              </a:spcAft>
              <a:buFontTx/>
              <a:buBlip>
                <a:blip r:embed="rId2"/>
              </a:buBlip>
              <a:defRPr sz="1452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504000" indent="-234000">
              <a:lnSpc>
                <a:spcPts val="1800"/>
              </a:lnSpc>
              <a:spcBef>
                <a:spcPts val="350"/>
              </a:spcBef>
              <a:spcAft>
                <a:spcPts val="0"/>
              </a:spcAft>
              <a:buSzPct val="90000"/>
              <a:buFont typeface="Arial" pitchFamily="2" charset="2"/>
              <a:buChar char="-"/>
              <a:defRPr sz="1452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504000" indent="0">
              <a:lnSpc>
                <a:spcPts val="1800"/>
              </a:lnSpc>
              <a:spcBef>
                <a:spcPts val="500"/>
              </a:spcBef>
              <a:spcAft>
                <a:spcPts val="0"/>
              </a:spcAft>
              <a:buNone/>
              <a:defRPr sz="1450" b="0" i="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de-DE"/>
              <a:t>Mastertextformat bearbeiten 14,5pt</a:t>
            </a:r>
          </a:p>
          <a:p>
            <a:pPr lvl="1"/>
            <a:r>
              <a:rPr lang="de-DE"/>
              <a:t>Zweite Ebene 14,5pt</a:t>
            </a:r>
          </a:p>
          <a:p>
            <a:pPr lvl="2"/>
            <a:r>
              <a:rPr lang="de-DE"/>
              <a:t>Dritte Ebene 14,5pt</a:t>
            </a:r>
          </a:p>
          <a:p>
            <a:pPr lvl="3"/>
            <a:r>
              <a:rPr lang="de-DE"/>
              <a:t>Vierte Ebene 14,5pt</a:t>
            </a:r>
          </a:p>
          <a:p>
            <a:pPr lvl="4"/>
            <a:r>
              <a:rPr lang="de-DE"/>
              <a:t>Fünfte Ebene 14,5pt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B45547AE-9F51-BC4D-A0C3-AB4FB54A3F3B}"/>
              </a:ext>
            </a:extLst>
          </p:cNvPr>
          <p:cNvSpPr txBox="1"/>
          <p:nvPr userDrawn="1"/>
        </p:nvSpPr>
        <p:spPr>
          <a:xfrm>
            <a:off x="1226976" y="972102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370" err="1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442C040-18F3-0C47-AAF2-E2091A982E69}"/>
              </a:ext>
            </a:extLst>
          </p:cNvPr>
          <p:cNvSpPr txBox="1"/>
          <p:nvPr userDrawn="1"/>
        </p:nvSpPr>
        <p:spPr>
          <a:xfrm>
            <a:off x="-2356645" y="264266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Headline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D001DC8-3FA9-D845-9FBD-B5FBD14A6F2F}"/>
              </a:ext>
            </a:extLst>
          </p:cNvPr>
          <p:cNvSpPr txBox="1"/>
          <p:nvPr userDrawn="1"/>
        </p:nvSpPr>
        <p:spPr>
          <a:xfrm>
            <a:off x="-2356645" y="1149958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Inhalt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CB82DBDE-22F0-EA49-8FE1-81FDE3F246C1}"/>
              </a:ext>
            </a:extLst>
          </p:cNvPr>
          <p:cNvSpPr txBox="1"/>
          <p:nvPr userDrawn="1"/>
        </p:nvSpPr>
        <p:spPr>
          <a:xfrm>
            <a:off x="5916613" y="-285042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Linke Kante 2-spaltiger Text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36AAFD6B-6B4E-4244-A5BE-4A87DF41048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0000"/>
          </a:blip>
          <a:srcRect/>
          <a:stretch/>
        </p:blipFill>
        <p:spPr>
          <a:xfrm>
            <a:off x="12521184" y="7129"/>
            <a:ext cx="12191999" cy="6843742"/>
          </a:xfrm>
          <a:prstGeom prst="rect">
            <a:avLst/>
          </a:prstGeom>
        </p:spPr>
      </p:pic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C5E3C4FF-AC9F-F54B-8465-1AC4021BC55E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r>
              <a:rPr lang="de-DE"/>
              <a:t>20. Januar 2021</a:t>
            </a:r>
            <a:endParaRPr lang="de-DE" sz="100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879FB237-7ED6-3346-A8F6-42573391E724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de-DE"/>
              <a:t>Hochschule Karlsruhe</a:t>
            </a:r>
          </a:p>
        </p:txBody>
      </p:sp>
      <p:sp>
        <p:nvSpPr>
          <p:cNvPr id="16" name="Foliennummernplatzhalter 15">
            <a:extLst>
              <a:ext uri="{FF2B5EF4-FFF2-40B4-BE49-F238E27FC236}">
                <a16:creationId xmlns:a16="http://schemas.microsoft.com/office/drawing/2014/main" id="{474AE2D7-E79E-3A47-87A1-AFF2B7575974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13005BA2-ABF8-0A46-8B15-84F2660EFA6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8" name="Textplatzhalter 2">
            <a:extLst>
              <a:ext uri="{FF2B5EF4-FFF2-40B4-BE49-F238E27FC236}">
                <a16:creationId xmlns:a16="http://schemas.microsoft.com/office/drawing/2014/main" id="{898EAA88-AD1F-4249-B63B-BAB60809764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4962" y="306002"/>
            <a:ext cx="10909301" cy="89097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000"/>
              </a:lnSpc>
              <a:buNone/>
              <a:defRPr sz="3200" spc="-20" baseline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lnSpc>
                <a:spcPts val="1600"/>
              </a:lnSpc>
              <a:spcBef>
                <a:spcPts val="500"/>
              </a:spcBef>
              <a:buNone/>
              <a:defRPr sz="1800" b="0" i="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0" indent="0">
              <a:lnSpc>
                <a:spcPts val="1400"/>
              </a:lnSpc>
              <a:spcBef>
                <a:spcPts val="500"/>
              </a:spcBef>
              <a:buNone/>
              <a:defRPr sz="145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3pPr>
          </a:lstStyle>
          <a:p>
            <a:pPr lvl="0"/>
            <a:r>
              <a:rPr lang="de-DE"/>
              <a:t>Mastertextformat bearbeiten 32pt / ZA 30pt</a:t>
            </a:r>
          </a:p>
          <a:p>
            <a:pPr lvl="1"/>
            <a:r>
              <a:rPr lang="de-DE"/>
              <a:t>Zweite Ebene 18pt</a:t>
            </a:r>
          </a:p>
          <a:p>
            <a:pPr lvl="2"/>
            <a:r>
              <a:rPr lang="de-DE"/>
              <a:t>Dritte Ebene 14,5pt</a:t>
            </a:r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0E1871CE-4B8C-C14E-A1AA-4DA54CC297F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1244769" y="299812"/>
            <a:ext cx="665997" cy="448987"/>
          </a:xfrm>
          <a:prstGeom prst="rect">
            <a:avLst/>
          </a:prstGeom>
        </p:spPr>
      </p:pic>
      <p:sp>
        <p:nvSpPr>
          <p:cNvPr id="20" name="Bildplatzhalter 4">
            <a:extLst>
              <a:ext uri="{FF2B5EF4-FFF2-40B4-BE49-F238E27FC236}">
                <a16:creationId xmlns:a16="http://schemas.microsoft.com/office/drawing/2014/main" id="{24F33DC3-EE4A-B240-A94B-3BA435A88D0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1244768" y="5470338"/>
            <a:ext cx="666000" cy="10908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47" r="47"/>
            </a:stretch>
          </a:blipFill>
        </p:spPr>
        <p:txBody>
          <a:bodyPr/>
          <a:lstStyle>
            <a:lvl1pPr marL="0" indent="0">
              <a:buNone/>
              <a:defRPr sz="100" b="0" i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947403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7" userDrawn="1">
          <p15:clr>
            <a:srgbClr val="FBAE40"/>
          </p15:clr>
        </p15:guide>
        <p15:guide id="2" pos="3545" userDrawn="1">
          <p15:clr>
            <a:srgbClr val="FBAE40"/>
          </p15:clr>
        </p15:guide>
        <p15:guide id="3" orient="horz" pos="754" userDrawn="1">
          <p15:clr>
            <a:srgbClr val="FBAE40"/>
          </p15:clr>
        </p15:guide>
        <p15:guide id="4" orient="horz" pos="187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WI_Präsentation // Headline + 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feld 39">
            <a:extLst>
              <a:ext uri="{FF2B5EF4-FFF2-40B4-BE49-F238E27FC236}">
                <a16:creationId xmlns:a16="http://schemas.microsoft.com/office/drawing/2014/main" id="{B2417DED-3B99-4349-8BA5-D2109765036F}"/>
              </a:ext>
            </a:extLst>
          </p:cNvPr>
          <p:cNvSpPr txBox="1"/>
          <p:nvPr userDrawn="1"/>
        </p:nvSpPr>
        <p:spPr>
          <a:xfrm>
            <a:off x="13298216" y="3780960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err="1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EB0D38BF-744C-2647-A960-B16C505A887C}"/>
              </a:ext>
            </a:extLst>
          </p:cNvPr>
          <p:cNvSpPr txBox="1"/>
          <p:nvPr userDrawn="1"/>
        </p:nvSpPr>
        <p:spPr>
          <a:xfrm>
            <a:off x="-2356645" y="264266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Headline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D5F8D2AB-3FDC-2345-99C7-291CBDCB285C}"/>
              </a:ext>
            </a:extLst>
          </p:cNvPr>
          <p:cNvSpPr txBox="1"/>
          <p:nvPr userDrawn="1"/>
        </p:nvSpPr>
        <p:spPr>
          <a:xfrm>
            <a:off x="-2356645" y="1149958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Inhalt</a:t>
            </a:r>
          </a:p>
        </p:txBody>
      </p:sp>
      <p:graphicFrame>
        <p:nvGraphicFramePr>
          <p:cNvPr id="16" name="Tabellenplatzhalter 3">
            <a:extLst>
              <a:ext uri="{FF2B5EF4-FFF2-40B4-BE49-F238E27FC236}">
                <a16:creationId xmlns:a16="http://schemas.microsoft.com/office/drawing/2014/main" id="{8547AEB8-9C30-F74C-BCA7-E98FD69BF063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2438126859"/>
              </p:ext>
            </p:extLst>
          </p:nvPr>
        </p:nvGraphicFramePr>
        <p:xfrm>
          <a:off x="334962" y="1223694"/>
          <a:ext cx="10909300" cy="205056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2181860">
                  <a:extLst>
                    <a:ext uri="{9D8B030D-6E8A-4147-A177-3AD203B41FA5}">
                      <a16:colId xmlns:a16="http://schemas.microsoft.com/office/drawing/2014/main" val="2407453687"/>
                    </a:ext>
                  </a:extLst>
                </a:gridCol>
                <a:gridCol w="2181860">
                  <a:extLst>
                    <a:ext uri="{9D8B030D-6E8A-4147-A177-3AD203B41FA5}">
                      <a16:colId xmlns:a16="http://schemas.microsoft.com/office/drawing/2014/main" val="2035961621"/>
                    </a:ext>
                  </a:extLst>
                </a:gridCol>
                <a:gridCol w="2181860">
                  <a:extLst>
                    <a:ext uri="{9D8B030D-6E8A-4147-A177-3AD203B41FA5}">
                      <a16:colId xmlns:a16="http://schemas.microsoft.com/office/drawing/2014/main" val="2328942624"/>
                    </a:ext>
                  </a:extLst>
                </a:gridCol>
                <a:gridCol w="2181860">
                  <a:extLst>
                    <a:ext uri="{9D8B030D-6E8A-4147-A177-3AD203B41FA5}">
                      <a16:colId xmlns:a16="http://schemas.microsoft.com/office/drawing/2014/main" val="1653075632"/>
                    </a:ext>
                  </a:extLst>
                </a:gridCol>
                <a:gridCol w="2181860">
                  <a:extLst>
                    <a:ext uri="{9D8B030D-6E8A-4147-A177-3AD203B41FA5}">
                      <a16:colId xmlns:a16="http://schemas.microsoft.com/office/drawing/2014/main" val="267688811"/>
                    </a:ext>
                  </a:extLst>
                </a:gridCol>
              </a:tblGrid>
              <a:tr h="313200">
                <a:tc>
                  <a:txBody>
                    <a:bodyPr/>
                    <a:lstStyle/>
                    <a:p>
                      <a:r>
                        <a:rPr lang="de-DE" sz="1450" b="0" i="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Text 1</a:t>
                      </a:r>
                    </a:p>
                  </a:txBody>
                  <a:tcPr marL="121920" marR="12192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50" b="0" i="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Text 2</a:t>
                      </a:r>
                    </a:p>
                  </a:txBody>
                  <a:tcPr marL="121920" marR="12192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50" b="0" i="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Text 3</a:t>
                      </a:r>
                    </a:p>
                  </a:txBody>
                  <a:tcPr marL="121920" marR="12192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50" b="0" i="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Text 4</a:t>
                      </a:r>
                    </a:p>
                  </a:txBody>
                  <a:tcPr marL="121920" marR="12192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50" b="0" i="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Text 5 </a:t>
                      </a:r>
                    </a:p>
                  </a:txBody>
                  <a:tcPr marL="121920" marR="12192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3638116"/>
                  </a:ext>
                </a:extLst>
              </a:tr>
              <a:tr h="273600">
                <a:tc>
                  <a:txBody>
                    <a:bodyPr/>
                    <a:lstStyle/>
                    <a:p>
                      <a:pPr marL="0" marR="0" lvl="0" indent="0" algn="l" defTabSz="9144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b="0" i="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Kopieren Sie bitte diese Tabelle auf die gewünschte Seite und befüllen Sie diese anschließend</a:t>
                      </a:r>
                    </a:p>
                  </a:txBody>
                  <a:tcPr marL="120000" marR="120000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b="0" i="0" baseline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b="0" i="0" baseline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b="0" i="0" baseline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b="0" i="0" baseline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6334606"/>
                  </a:ext>
                </a:extLst>
              </a:tr>
              <a:tr h="273600">
                <a:tc>
                  <a:txBody>
                    <a:bodyPr/>
                    <a:lstStyle/>
                    <a:p>
                      <a:endParaRPr lang="de-DE" sz="1200" b="0" i="0" baseline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b="0" i="0" baseline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b="0" i="0" baseline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b="0" i="0" baseline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b="0" i="0" baseline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1083416"/>
                  </a:ext>
                </a:extLst>
              </a:tr>
              <a:tr h="273600">
                <a:tc>
                  <a:txBody>
                    <a:bodyPr/>
                    <a:lstStyle/>
                    <a:p>
                      <a:endParaRPr lang="de-DE" sz="1200" b="0" i="0" baseline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b="0" i="0" baseline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b="0" i="0" baseline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b="0" i="0" baseline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b="0" i="0" baseline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044271"/>
                  </a:ext>
                </a:extLst>
              </a:tr>
              <a:tr h="273600">
                <a:tc>
                  <a:txBody>
                    <a:bodyPr/>
                    <a:lstStyle/>
                    <a:p>
                      <a:endParaRPr lang="de-DE" sz="1200" b="0" i="0" baseline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b="0" i="0" baseline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b="0" i="0" baseline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b="0" i="0" baseline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b="0" i="0" baseline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7130585"/>
                  </a:ext>
                </a:extLst>
              </a:tr>
              <a:tr h="273600">
                <a:tc>
                  <a:txBody>
                    <a:bodyPr/>
                    <a:lstStyle/>
                    <a:p>
                      <a:endParaRPr lang="de-DE" sz="1200" b="0" i="0" baseline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b="0" i="0" baseline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b="0" i="0" baseline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b="0" i="0" baseline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b="0" i="0" baseline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448792"/>
                  </a:ext>
                </a:extLst>
              </a:tr>
            </a:tbl>
          </a:graphicData>
        </a:graphic>
      </p:graphicFrame>
      <p:sp>
        <p:nvSpPr>
          <p:cNvPr id="18" name="Textplatzhalter 4">
            <a:extLst>
              <a:ext uri="{FF2B5EF4-FFF2-40B4-BE49-F238E27FC236}">
                <a16:creationId xmlns:a16="http://schemas.microsoft.com/office/drawing/2014/main" id="{6A71D293-D3EB-7149-8C21-21F0D236959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34800" y="5886899"/>
            <a:ext cx="10608733" cy="97976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sz="77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/>
              <a:t>Hier kommt die Quelle/Legende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229D2C92-F854-9545-923A-93B7916AD0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rcRect/>
          <a:stretch/>
        </p:blipFill>
        <p:spPr>
          <a:xfrm>
            <a:off x="12521184" y="7129"/>
            <a:ext cx="12191999" cy="6843741"/>
          </a:xfrm>
          <a:prstGeom prst="rect">
            <a:avLst/>
          </a:prstGeom>
        </p:spPr>
      </p:pic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ACCCF20-7C7E-1A46-AA50-89130936CD2A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r>
              <a:rPr lang="de-DE"/>
              <a:t>20. Januar 2021</a:t>
            </a:r>
            <a:endParaRPr lang="de-DE" sz="100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574FDB5-0976-474B-8851-9D4A33AD64EF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r>
              <a:rPr lang="de-DE"/>
              <a:t>Hochschule Karlsruhe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72A8FAD-934D-2B42-8C2C-1923D097BC3E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13005BA2-ABF8-0A46-8B15-84F2660EFA6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7" name="Textplatzhalter 2">
            <a:extLst>
              <a:ext uri="{FF2B5EF4-FFF2-40B4-BE49-F238E27FC236}">
                <a16:creationId xmlns:a16="http://schemas.microsoft.com/office/drawing/2014/main" id="{D55A8913-76AF-6149-9EB6-63383C430C1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4962" y="306002"/>
            <a:ext cx="10909301" cy="89097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000"/>
              </a:lnSpc>
              <a:buNone/>
              <a:defRPr sz="3200" spc="-20" baseline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lnSpc>
                <a:spcPts val="1600"/>
              </a:lnSpc>
              <a:spcBef>
                <a:spcPts val="500"/>
              </a:spcBef>
              <a:buNone/>
              <a:defRPr sz="1800" b="0" i="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0" indent="0">
              <a:lnSpc>
                <a:spcPts val="1400"/>
              </a:lnSpc>
              <a:spcBef>
                <a:spcPts val="500"/>
              </a:spcBef>
              <a:buNone/>
              <a:defRPr sz="145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3pPr>
          </a:lstStyle>
          <a:p>
            <a:pPr lvl="0"/>
            <a:r>
              <a:rPr lang="de-DE"/>
              <a:t>Mastertextformat bearbeiten 32pt / ZA 30pt</a:t>
            </a:r>
          </a:p>
          <a:p>
            <a:pPr lvl="1"/>
            <a:r>
              <a:rPr lang="de-DE"/>
              <a:t>Zweite Ebene 18pt</a:t>
            </a:r>
          </a:p>
          <a:p>
            <a:pPr lvl="2"/>
            <a:r>
              <a:rPr lang="de-DE"/>
              <a:t>Dritte Ebene 14,5pt</a:t>
            </a:r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44D488FB-A17F-1644-8380-A46D6FF649D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244769" y="299812"/>
            <a:ext cx="665997" cy="448987"/>
          </a:xfrm>
          <a:prstGeom prst="rect">
            <a:avLst/>
          </a:prstGeom>
        </p:spPr>
      </p:pic>
      <p:sp>
        <p:nvSpPr>
          <p:cNvPr id="22" name="Bildplatzhalter 4">
            <a:extLst>
              <a:ext uri="{FF2B5EF4-FFF2-40B4-BE49-F238E27FC236}">
                <a16:creationId xmlns:a16="http://schemas.microsoft.com/office/drawing/2014/main" id="{3428C1EE-9F98-2445-B28A-1197C4050B0C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1244768" y="5470338"/>
            <a:ext cx="666000" cy="10908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47" r="47"/>
            </a:stretch>
          </a:blipFill>
        </p:spPr>
        <p:txBody>
          <a:bodyPr/>
          <a:lstStyle>
            <a:lvl1pPr marL="0" indent="0">
              <a:buNone/>
              <a:defRPr sz="100" b="0" i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65037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 userDrawn="1">
          <p15:clr>
            <a:srgbClr val="FBAE40"/>
          </p15:clr>
        </p15:guide>
        <p15:guide id="2" orient="horz" pos="187" userDrawn="1">
          <p15:clr>
            <a:srgbClr val="FBAE40"/>
          </p15:clr>
        </p15:guide>
        <p15:guide id="3" orient="horz" pos="377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WI_Präsentation // Organigramm 3 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feld 39">
            <a:extLst>
              <a:ext uri="{FF2B5EF4-FFF2-40B4-BE49-F238E27FC236}">
                <a16:creationId xmlns:a16="http://schemas.microsoft.com/office/drawing/2014/main" id="{B2417DED-3B99-4349-8BA5-D2109765036F}"/>
              </a:ext>
            </a:extLst>
          </p:cNvPr>
          <p:cNvSpPr txBox="1"/>
          <p:nvPr userDrawn="1"/>
        </p:nvSpPr>
        <p:spPr>
          <a:xfrm>
            <a:off x="13298216" y="3780960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err="1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EB0D38BF-744C-2647-A960-B16C505A887C}"/>
              </a:ext>
            </a:extLst>
          </p:cNvPr>
          <p:cNvSpPr txBox="1"/>
          <p:nvPr userDrawn="1"/>
        </p:nvSpPr>
        <p:spPr>
          <a:xfrm>
            <a:off x="-2356645" y="264266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Headline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D5F8D2AB-3FDC-2345-99C7-291CBDCB285C}"/>
              </a:ext>
            </a:extLst>
          </p:cNvPr>
          <p:cNvSpPr txBox="1"/>
          <p:nvPr userDrawn="1"/>
        </p:nvSpPr>
        <p:spPr>
          <a:xfrm>
            <a:off x="-2356645" y="1149958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Inhalt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D966BBF-D8B8-7B4D-BF9D-72B40D878F23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334800" y="6429600"/>
            <a:ext cx="2742936" cy="97976"/>
          </a:xfrm>
          <a:prstGeom prst="rect">
            <a:avLst/>
          </a:prstGeom>
        </p:spPr>
        <p:txBody>
          <a:bodyPr/>
          <a:lstStyle/>
          <a:p>
            <a:fld id="{13005BA2-ABF8-0A46-8B15-84F2660EFA6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7" name="Textplatzhalter 4">
            <a:extLst>
              <a:ext uri="{FF2B5EF4-FFF2-40B4-BE49-F238E27FC236}">
                <a16:creationId xmlns:a16="http://schemas.microsoft.com/office/drawing/2014/main" id="{49EF7359-9E2B-F744-8DAD-214E09ED75D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34800" y="5886899"/>
            <a:ext cx="10608733" cy="97976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sz="77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/>
              <a:t>Hier kommt die Quelle/Legende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61AF4062-03E6-2047-8BC7-38683BFB29F9}"/>
              </a:ext>
            </a:extLst>
          </p:cNvPr>
          <p:cNvSpPr/>
          <p:nvPr userDrawn="1"/>
        </p:nvSpPr>
        <p:spPr>
          <a:xfrm flipV="1">
            <a:off x="4043863" y="-311575"/>
            <a:ext cx="3492000" cy="4941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370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255B160F-37BC-7F45-9C7C-5382F7E693D9}"/>
              </a:ext>
            </a:extLst>
          </p:cNvPr>
          <p:cNvSpPr/>
          <p:nvPr userDrawn="1"/>
        </p:nvSpPr>
        <p:spPr>
          <a:xfrm flipV="1">
            <a:off x="7751763" y="-311575"/>
            <a:ext cx="3492000" cy="4571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370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46DF377B-B249-9A49-BCCB-B92E402581A5}"/>
              </a:ext>
            </a:extLst>
          </p:cNvPr>
          <p:cNvSpPr/>
          <p:nvPr userDrawn="1"/>
        </p:nvSpPr>
        <p:spPr>
          <a:xfrm flipV="1">
            <a:off x="333149" y="-311575"/>
            <a:ext cx="3492000" cy="4571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37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1A01861-E3E5-2942-82A8-EF942FCBCDA3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r>
              <a:rPr lang="de-DE"/>
              <a:t>Hochschule Karlsruhe</a:t>
            </a:r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1F4462D4-CE42-1443-AB8A-478C2CA35B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rcRect/>
          <a:stretch/>
        </p:blipFill>
        <p:spPr>
          <a:xfrm>
            <a:off x="12521184" y="7129"/>
            <a:ext cx="12191999" cy="6843741"/>
          </a:xfrm>
          <a:prstGeom prst="rect">
            <a:avLst/>
          </a:prstGeom>
        </p:spPr>
      </p:pic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50B5E35-EA0F-7F44-9443-E548EA3B39D6}"/>
              </a:ext>
            </a:extLst>
          </p:cNvPr>
          <p:cNvSpPr>
            <a:spLocks noGrp="1"/>
          </p:cNvSpPr>
          <p:nvPr>
            <p:ph type="dt" sz="half" idx="33"/>
          </p:nvPr>
        </p:nvSpPr>
        <p:spPr/>
        <p:txBody>
          <a:bodyPr/>
          <a:lstStyle/>
          <a:p>
            <a:r>
              <a:rPr lang="de-DE"/>
              <a:t>20. Januar 2021</a:t>
            </a:r>
            <a:endParaRPr lang="de-DE" sz="1000"/>
          </a:p>
        </p:txBody>
      </p:sp>
      <p:sp>
        <p:nvSpPr>
          <p:cNvPr id="16" name="Textplatzhalter 2">
            <a:extLst>
              <a:ext uri="{FF2B5EF4-FFF2-40B4-BE49-F238E27FC236}">
                <a16:creationId xmlns:a16="http://schemas.microsoft.com/office/drawing/2014/main" id="{9FD44696-DD37-E849-BFE4-DC682106220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4962" y="306002"/>
            <a:ext cx="10909301" cy="89097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000"/>
              </a:lnSpc>
              <a:buNone/>
              <a:defRPr sz="3200" spc="-20" baseline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lnSpc>
                <a:spcPts val="1600"/>
              </a:lnSpc>
              <a:spcBef>
                <a:spcPts val="500"/>
              </a:spcBef>
              <a:buNone/>
              <a:defRPr sz="1800" b="0" i="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0" indent="0">
              <a:lnSpc>
                <a:spcPts val="1400"/>
              </a:lnSpc>
              <a:spcBef>
                <a:spcPts val="500"/>
              </a:spcBef>
              <a:buNone/>
              <a:defRPr sz="145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3pPr>
          </a:lstStyle>
          <a:p>
            <a:pPr lvl="0"/>
            <a:r>
              <a:rPr lang="de-DE"/>
              <a:t>Mastertextformat bearbeiten 32pt / ZA 30pt</a:t>
            </a:r>
          </a:p>
          <a:p>
            <a:pPr lvl="1"/>
            <a:r>
              <a:rPr lang="de-DE"/>
              <a:t>Zweite Ebene 18pt</a:t>
            </a:r>
          </a:p>
          <a:p>
            <a:pPr lvl="2"/>
            <a:r>
              <a:rPr lang="de-DE"/>
              <a:t>Dritte Ebene 14,5pt</a:t>
            </a:r>
          </a:p>
        </p:txBody>
      </p:sp>
      <p:pic>
        <p:nvPicPr>
          <p:cNvPr id="18" name="Grafik 17">
            <a:extLst>
              <a:ext uri="{FF2B5EF4-FFF2-40B4-BE49-F238E27FC236}">
                <a16:creationId xmlns:a16="http://schemas.microsoft.com/office/drawing/2014/main" id="{47BCB59C-E9DA-7E43-8CEC-4ABFFB8D15D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244769" y="299812"/>
            <a:ext cx="665997" cy="448987"/>
          </a:xfrm>
          <a:prstGeom prst="rect">
            <a:avLst/>
          </a:prstGeom>
        </p:spPr>
      </p:pic>
      <p:sp>
        <p:nvSpPr>
          <p:cNvPr id="26" name="Bildplatzhalter 4">
            <a:extLst>
              <a:ext uri="{FF2B5EF4-FFF2-40B4-BE49-F238E27FC236}">
                <a16:creationId xmlns:a16="http://schemas.microsoft.com/office/drawing/2014/main" id="{C84B7DF4-D0A4-4748-A7BF-490A3304833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11244768" y="5470338"/>
            <a:ext cx="666000" cy="10908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47" r="47"/>
            </a:stretch>
          </a:blipFill>
        </p:spPr>
        <p:txBody>
          <a:bodyPr/>
          <a:lstStyle>
            <a:lvl1pPr marL="0" indent="0">
              <a:buNone/>
              <a:defRPr sz="100" b="0" i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93266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 userDrawn="1">
          <p15:clr>
            <a:srgbClr val="FBAE40"/>
          </p15:clr>
        </p15:guide>
        <p15:guide id="2" orient="horz" pos="187" userDrawn="1">
          <p15:clr>
            <a:srgbClr val="FBAE40"/>
          </p15:clr>
        </p15:guide>
        <p15:guide id="3" pos="2547" userDrawn="1">
          <p15:clr>
            <a:srgbClr val="FBAE40"/>
          </p15:clr>
        </p15:guide>
        <p15:guide id="4" pos="2411" userDrawn="1">
          <p15:clr>
            <a:srgbClr val="FBAE40"/>
          </p15:clr>
        </p15:guide>
        <p15:guide id="6" pos="4883" userDrawn="1">
          <p15:clr>
            <a:srgbClr val="FBAE40"/>
          </p15:clr>
        </p15:guide>
        <p15:guide id="8" pos="4747" userDrawn="1">
          <p15:clr>
            <a:srgbClr val="FBAE40"/>
          </p15:clr>
        </p15:guide>
        <p15:guide id="9" orient="horz" pos="377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WI_Präsentation // Organigramm 4 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feld 39">
            <a:extLst>
              <a:ext uri="{FF2B5EF4-FFF2-40B4-BE49-F238E27FC236}">
                <a16:creationId xmlns:a16="http://schemas.microsoft.com/office/drawing/2014/main" id="{B2417DED-3B99-4349-8BA5-D2109765036F}"/>
              </a:ext>
            </a:extLst>
          </p:cNvPr>
          <p:cNvSpPr txBox="1"/>
          <p:nvPr userDrawn="1"/>
        </p:nvSpPr>
        <p:spPr>
          <a:xfrm>
            <a:off x="13298216" y="3780960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err="1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EB0D38BF-744C-2647-A960-B16C505A887C}"/>
              </a:ext>
            </a:extLst>
          </p:cNvPr>
          <p:cNvSpPr txBox="1"/>
          <p:nvPr userDrawn="1"/>
        </p:nvSpPr>
        <p:spPr>
          <a:xfrm>
            <a:off x="-2356645" y="264266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Headline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D5F8D2AB-3FDC-2345-99C7-291CBDCB285C}"/>
              </a:ext>
            </a:extLst>
          </p:cNvPr>
          <p:cNvSpPr txBox="1"/>
          <p:nvPr userDrawn="1"/>
        </p:nvSpPr>
        <p:spPr>
          <a:xfrm>
            <a:off x="-2356645" y="1149958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Inhalt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55BD758-F599-D943-8D6B-A2B167C14F7F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334962" y="6429600"/>
            <a:ext cx="2742936" cy="97976"/>
          </a:xfrm>
          <a:prstGeom prst="rect">
            <a:avLst/>
          </a:prstGeom>
        </p:spPr>
        <p:txBody>
          <a:bodyPr/>
          <a:lstStyle/>
          <a:p>
            <a:fld id="{13005BA2-ABF8-0A46-8B15-84F2660EFA6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23" name="Textplatzhalter 4">
            <a:extLst>
              <a:ext uri="{FF2B5EF4-FFF2-40B4-BE49-F238E27FC236}">
                <a16:creationId xmlns:a16="http://schemas.microsoft.com/office/drawing/2014/main" id="{DF7B0D80-71B2-9948-A1B5-99CCBB2A39C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34800" y="5886899"/>
            <a:ext cx="10596171" cy="97976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sz="77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/>
              <a:t>Hier kommt die Quelle/Legende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D6DFB93E-C9FB-2F4F-A89E-2D3DD151F181}"/>
              </a:ext>
            </a:extLst>
          </p:cNvPr>
          <p:cNvSpPr/>
          <p:nvPr userDrawn="1"/>
        </p:nvSpPr>
        <p:spPr>
          <a:xfrm>
            <a:off x="334961" y="-485017"/>
            <a:ext cx="2520728" cy="45719"/>
          </a:xfrm>
          <a:prstGeom prst="rect">
            <a:avLst/>
          </a:prstGeom>
          <a:solidFill>
            <a:schemeClr val="accent3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16">
              <a:solidFill>
                <a:schemeClr val="accent6"/>
              </a:solidFill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4B92E84A-B8AE-D145-8A3D-BE68A470188C}"/>
              </a:ext>
            </a:extLst>
          </p:cNvPr>
          <p:cNvSpPr/>
          <p:nvPr userDrawn="1"/>
        </p:nvSpPr>
        <p:spPr>
          <a:xfrm>
            <a:off x="3106960" y="-485017"/>
            <a:ext cx="2520728" cy="45719"/>
          </a:xfrm>
          <a:prstGeom prst="rect">
            <a:avLst/>
          </a:prstGeom>
          <a:solidFill>
            <a:schemeClr val="accent3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16">
              <a:solidFill>
                <a:schemeClr val="accent6"/>
              </a:solidFill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D522A928-7DD6-974E-B52D-723031A7AB79}"/>
              </a:ext>
            </a:extLst>
          </p:cNvPr>
          <p:cNvSpPr/>
          <p:nvPr userDrawn="1"/>
        </p:nvSpPr>
        <p:spPr>
          <a:xfrm>
            <a:off x="5880100" y="-484663"/>
            <a:ext cx="2520728" cy="45719"/>
          </a:xfrm>
          <a:prstGeom prst="rect">
            <a:avLst/>
          </a:prstGeom>
          <a:solidFill>
            <a:schemeClr val="accent3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16">
              <a:solidFill>
                <a:schemeClr val="accent6"/>
              </a:solidFill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C4342483-9666-B94F-AD79-E111B0931C48}"/>
              </a:ext>
            </a:extLst>
          </p:cNvPr>
          <p:cNvSpPr/>
          <p:nvPr userDrawn="1"/>
        </p:nvSpPr>
        <p:spPr>
          <a:xfrm>
            <a:off x="8653780" y="-484663"/>
            <a:ext cx="2520728" cy="45719"/>
          </a:xfrm>
          <a:prstGeom prst="rect">
            <a:avLst/>
          </a:prstGeom>
          <a:solidFill>
            <a:schemeClr val="accent3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16">
              <a:solidFill>
                <a:schemeClr val="accent6"/>
              </a:solidFill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7038A97-D27D-B642-B2FD-9744821A9531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r>
              <a:rPr lang="de-DE"/>
              <a:t>Hochschule Karlsruhe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6486DB35-28E9-BE46-A048-216C462840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rcRect/>
          <a:stretch/>
        </p:blipFill>
        <p:spPr>
          <a:xfrm>
            <a:off x="12521184" y="7129"/>
            <a:ext cx="12191999" cy="6843741"/>
          </a:xfrm>
          <a:prstGeom prst="rect">
            <a:avLst/>
          </a:prstGeom>
        </p:spPr>
      </p:pic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9335B3D-A935-7941-BAFB-C7A98F057C47}"/>
              </a:ext>
            </a:extLst>
          </p:cNvPr>
          <p:cNvSpPr>
            <a:spLocks noGrp="1"/>
          </p:cNvSpPr>
          <p:nvPr>
            <p:ph type="dt" sz="half" idx="33"/>
          </p:nvPr>
        </p:nvSpPr>
        <p:spPr/>
        <p:txBody>
          <a:bodyPr/>
          <a:lstStyle/>
          <a:p>
            <a:r>
              <a:rPr lang="de-DE"/>
              <a:t>20. Januar 2021</a:t>
            </a:r>
            <a:endParaRPr lang="de-DE" sz="1000"/>
          </a:p>
        </p:txBody>
      </p:sp>
      <p:sp>
        <p:nvSpPr>
          <p:cNvPr id="17" name="Textplatzhalter 2">
            <a:extLst>
              <a:ext uri="{FF2B5EF4-FFF2-40B4-BE49-F238E27FC236}">
                <a16:creationId xmlns:a16="http://schemas.microsoft.com/office/drawing/2014/main" id="{401791EA-8415-614B-87D3-97A84ED61F8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4962" y="306002"/>
            <a:ext cx="10909301" cy="89097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000"/>
              </a:lnSpc>
              <a:buNone/>
              <a:defRPr sz="3200" spc="-20" baseline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lnSpc>
                <a:spcPts val="1600"/>
              </a:lnSpc>
              <a:spcBef>
                <a:spcPts val="500"/>
              </a:spcBef>
              <a:buNone/>
              <a:defRPr sz="1800" b="0" i="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0" indent="0">
              <a:lnSpc>
                <a:spcPts val="1400"/>
              </a:lnSpc>
              <a:spcBef>
                <a:spcPts val="500"/>
              </a:spcBef>
              <a:buNone/>
              <a:defRPr sz="145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3pPr>
          </a:lstStyle>
          <a:p>
            <a:pPr lvl="0"/>
            <a:r>
              <a:rPr lang="de-DE"/>
              <a:t>Mastertextformat bearbeiten 32pt / ZA 30pt</a:t>
            </a:r>
          </a:p>
          <a:p>
            <a:pPr lvl="1"/>
            <a:r>
              <a:rPr lang="de-DE"/>
              <a:t>Zweite Ebene 18pt</a:t>
            </a:r>
          </a:p>
          <a:p>
            <a:pPr lvl="2"/>
            <a:r>
              <a:rPr lang="de-DE"/>
              <a:t>Dritte Ebene 14,5pt</a:t>
            </a:r>
          </a:p>
        </p:txBody>
      </p:sp>
      <p:pic>
        <p:nvPicPr>
          <p:cNvPr id="18" name="Grafik 17">
            <a:extLst>
              <a:ext uri="{FF2B5EF4-FFF2-40B4-BE49-F238E27FC236}">
                <a16:creationId xmlns:a16="http://schemas.microsoft.com/office/drawing/2014/main" id="{2FB2D003-58A5-334A-872C-C5350D2EC16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244769" y="299812"/>
            <a:ext cx="665997" cy="448987"/>
          </a:xfrm>
          <a:prstGeom prst="rect">
            <a:avLst/>
          </a:prstGeom>
        </p:spPr>
      </p:pic>
      <p:sp>
        <p:nvSpPr>
          <p:cNvPr id="19" name="Bildplatzhalter 4">
            <a:extLst>
              <a:ext uri="{FF2B5EF4-FFF2-40B4-BE49-F238E27FC236}">
                <a16:creationId xmlns:a16="http://schemas.microsoft.com/office/drawing/2014/main" id="{3E952B08-C680-4F47-A7F8-E575EB909BEA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11244768" y="5470338"/>
            <a:ext cx="666000" cy="10908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47" r="47"/>
            </a:stretch>
          </a:blipFill>
        </p:spPr>
        <p:txBody>
          <a:bodyPr/>
          <a:lstStyle>
            <a:lvl1pPr marL="0" indent="0">
              <a:buNone/>
              <a:defRPr sz="100" b="0" i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155526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 userDrawn="1">
          <p15:clr>
            <a:srgbClr val="FBAE40"/>
          </p15:clr>
        </p15:guide>
        <p15:guide id="2" orient="horz" pos="187" userDrawn="1">
          <p15:clr>
            <a:srgbClr val="FBAE40"/>
          </p15:clr>
        </p15:guide>
        <p15:guide id="3" pos="3545" userDrawn="1">
          <p15:clr>
            <a:srgbClr val="FBAE40"/>
          </p15:clr>
        </p15:guide>
        <p15:guide id="4" pos="1958" userDrawn="1">
          <p15:clr>
            <a:srgbClr val="FBAE40"/>
          </p15:clr>
        </p15:guide>
        <p15:guide id="9" pos="3704" userDrawn="1">
          <p15:clr>
            <a:srgbClr val="FBAE40"/>
          </p15:clr>
        </p15:guide>
        <p15:guide id="10" pos="1799" userDrawn="1">
          <p15:clr>
            <a:srgbClr val="FBAE40"/>
          </p15:clr>
        </p15:guide>
        <p15:guide id="11" pos="5292" userDrawn="1">
          <p15:clr>
            <a:srgbClr val="FBAE40"/>
          </p15:clr>
        </p15:guide>
        <p15:guide id="12" pos="5450" userDrawn="1">
          <p15:clr>
            <a:srgbClr val="FBAE40"/>
          </p15:clr>
        </p15:guide>
        <p15:guide id="13" orient="horz" pos="377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WI_Präsentation // Organigramm 5 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feld 39">
            <a:extLst>
              <a:ext uri="{FF2B5EF4-FFF2-40B4-BE49-F238E27FC236}">
                <a16:creationId xmlns:a16="http://schemas.microsoft.com/office/drawing/2014/main" id="{B2417DED-3B99-4349-8BA5-D2109765036F}"/>
              </a:ext>
            </a:extLst>
          </p:cNvPr>
          <p:cNvSpPr txBox="1"/>
          <p:nvPr userDrawn="1"/>
        </p:nvSpPr>
        <p:spPr>
          <a:xfrm>
            <a:off x="13298216" y="3780960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err="1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EB0D38BF-744C-2647-A960-B16C505A887C}"/>
              </a:ext>
            </a:extLst>
          </p:cNvPr>
          <p:cNvSpPr txBox="1"/>
          <p:nvPr userDrawn="1"/>
        </p:nvSpPr>
        <p:spPr>
          <a:xfrm>
            <a:off x="-2356645" y="264266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Headline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D5F8D2AB-3FDC-2345-99C7-291CBDCB285C}"/>
              </a:ext>
            </a:extLst>
          </p:cNvPr>
          <p:cNvSpPr txBox="1"/>
          <p:nvPr userDrawn="1"/>
        </p:nvSpPr>
        <p:spPr>
          <a:xfrm>
            <a:off x="-2356645" y="1149958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Inhalt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B824E6A8-E759-6244-8A14-22EACE3B05AC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334962" y="6429600"/>
            <a:ext cx="2742936" cy="97976"/>
          </a:xfrm>
          <a:prstGeom prst="rect">
            <a:avLst/>
          </a:prstGeom>
        </p:spPr>
        <p:txBody>
          <a:bodyPr/>
          <a:lstStyle/>
          <a:p>
            <a:fld id="{13005BA2-ABF8-0A46-8B15-84F2660EFA6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9" name="Textplatzhalter 4">
            <a:extLst>
              <a:ext uri="{FF2B5EF4-FFF2-40B4-BE49-F238E27FC236}">
                <a16:creationId xmlns:a16="http://schemas.microsoft.com/office/drawing/2014/main" id="{3B3AD157-3097-B94B-8B4F-93D92D84DAD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34800" y="5886899"/>
            <a:ext cx="10608733" cy="97976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sz="77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/>
              <a:t>Hier kommt die Quelle/Legende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A0AD0E32-CD37-B242-A293-35D876572343}"/>
              </a:ext>
            </a:extLst>
          </p:cNvPr>
          <p:cNvSpPr/>
          <p:nvPr userDrawn="1"/>
        </p:nvSpPr>
        <p:spPr>
          <a:xfrm>
            <a:off x="334960" y="-744620"/>
            <a:ext cx="1980000" cy="4571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16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ED4B0FFD-9D36-4E4C-996B-32AAEF3540FC}"/>
              </a:ext>
            </a:extLst>
          </p:cNvPr>
          <p:cNvSpPr/>
          <p:nvPr userDrawn="1"/>
        </p:nvSpPr>
        <p:spPr>
          <a:xfrm>
            <a:off x="2566988" y="-749506"/>
            <a:ext cx="1980000" cy="4571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16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E47BBFDB-6C37-7E43-8398-293C6D67AA98}"/>
              </a:ext>
            </a:extLst>
          </p:cNvPr>
          <p:cNvSpPr/>
          <p:nvPr userDrawn="1"/>
        </p:nvSpPr>
        <p:spPr>
          <a:xfrm>
            <a:off x="4806421" y="-751469"/>
            <a:ext cx="1980000" cy="4571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16"/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BCEC317E-12E9-EA45-A2D8-9A472B7A3B94}"/>
              </a:ext>
            </a:extLst>
          </p:cNvPr>
          <p:cNvSpPr/>
          <p:nvPr userDrawn="1"/>
        </p:nvSpPr>
        <p:spPr>
          <a:xfrm>
            <a:off x="7037387" y="-751469"/>
            <a:ext cx="1980000" cy="4571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16"/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51C6CBEE-1464-424E-BCF5-E682120A6AD1}"/>
              </a:ext>
            </a:extLst>
          </p:cNvPr>
          <p:cNvSpPr/>
          <p:nvPr userDrawn="1"/>
        </p:nvSpPr>
        <p:spPr>
          <a:xfrm>
            <a:off x="9264120" y="-744619"/>
            <a:ext cx="1980000" cy="4571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16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02CE312-C013-B944-847C-B7BC52DDF786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r>
              <a:rPr lang="de-DE"/>
              <a:t>Hochschule Karlsruhe</a:t>
            </a:r>
          </a:p>
        </p:txBody>
      </p:sp>
      <p:pic>
        <p:nvPicPr>
          <p:cNvPr id="23" name="Grafik 22">
            <a:extLst>
              <a:ext uri="{FF2B5EF4-FFF2-40B4-BE49-F238E27FC236}">
                <a16:creationId xmlns:a16="http://schemas.microsoft.com/office/drawing/2014/main" id="{D09695DD-E40F-FD4A-8C91-617AB5806E7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rcRect/>
          <a:stretch/>
        </p:blipFill>
        <p:spPr>
          <a:xfrm>
            <a:off x="12521184" y="7129"/>
            <a:ext cx="12191999" cy="6843741"/>
          </a:xfrm>
          <a:prstGeom prst="rect">
            <a:avLst/>
          </a:prstGeom>
        </p:spPr>
      </p:pic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96A7003-49E0-2846-9672-C857D8C45E91}"/>
              </a:ext>
            </a:extLst>
          </p:cNvPr>
          <p:cNvSpPr>
            <a:spLocks noGrp="1"/>
          </p:cNvSpPr>
          <p:nvPr>
            <p:ph type="dt" sz="half" idx="33"/>
          </p:nvPr>
        </p:nvSpPr>
        <p:spPr/>
        <p:txBody>
          <a:bodyPr/>
          <a:lstStyle/>
          <a:p>
            <a:r>
              <a:rPr lang="de-DE"/>
              <a:t>20. Januar 2021</a:t>
            </a:r>
            <a:endParaRPr lang="de-DE" sz="1000"/>
          </a:p>
        </p:txBody>
      </p:sp>
      <p:sp>
        <p:nvSpPr>
          <p:cNvPr id="18" name="Textplatzhalter 2">
            <a:extLst>
              <a:ext uri="{FF2B5EF4-FFF2-40B4-BE49-F238E27FC236}">
                <a16:creationId xmlns:a16="http://schemas.microsoft.com/office/drawing/2014/main" id="{0F8DC221-9594-3E43-B0FA-94F2367B73F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4962" y="306002"/>
            <a:ext cx="10909301" cy="89097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000"/>
              </a:lnSpc>
              <a:buNone/>
              <a:defRPr sz="3200" spc="-20" baseline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lnSpc>
                <a:spcPts val="1600"/>
              </a:lnSpc>
              <a:spcBef>
                <a:spcPts val="500"/>
              </a:spcBef>
              <a:buNone/>
              <a:defRPr sz="1800" b="0" i="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0" indent="0">
              <a:lnSpc>
                <a:spcPts val="1400"/>
              </a:lnSpc>
              <a:spcBef>
                <a:spcPts val="500"/>
              </a:spcBef>
              <a:buNone/>
              <a:defRPr sz="145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3pPr>
          </a:lstStyle>
          <a:p>
            <a:pPr lvl="0"/>
            <a:r>
              <a:rPr lang="de-DE"/>
              <a:t>Mastertextformat bearbeiten 32pt / ZA 30pt</a:t>
            </a:r>
          </a:p>
          <a:p>
            <a:pPr lvl="1"/>
            <a:r>
              <a:rPr lang="de-DE"/>
              <a:t>Zweite Ebene 18pt</a:t>
            </a:r>
          </a:p>
          <a:p>
            <a:pPr lvl="2"/>
            <a:r>
              <a:rPr lang="de-DE"/>
              <a:t>Dritte Ebene 14,5pt</a:t>
            </a:r>
          </a:p>
        </p:txBody>
      </p:sp>
      <p:pic>
        <p:nvPicPr>
          <p:cNvPr id="25" name="Grafik 24">
            <a:extLst>
              <a:ext uri="{FF2B5EF4-FFF2-40B4-BE49-F238E27FC236}">
                <a16:creationId xmlns:a16="http://schemas.microsoft.com/office/drawing/2014/main" id="{4F215011-8DBC-2A4B-B81E-577401BA634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244769" y="299812"/>
            <a:ext cx="665997" cy="448987"/>
          </a:xfrm>
          <a:prstGeom prst="rect">
            <a:avLst/>
          </a:prstGeom>
        </p:spPr>
      </p:pic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C884C5AC-9E36-7847-BD40-49821F6F696D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11244768" y="5470338"/>
            <a:ext cx="666000" cy="10908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47" r="47"/>
            </a:stretch>
          </a:blipFill>
        </p:spPr>
        <p:txBody>
          <a:bodyPr/>
          <a:lstStyle>
            <a:lvl1pPr marL="0" indent="0">
              <a:buNone/>
              <a:defRPr sz="100" b="0" i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783059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 userDrawn="1">
          <p15:clr>
            <a:srgbClr val="FBAE40"/>
          </p15:clr>
        </p15:guide>
        <p15:guide id="2" orient="horz" pos="187" userDrawn="1">
          <p15:clr>
            <a:srgbClr val="FBAE40"/>
          </p15:clr>
        </p15:guide>
        <p15:guide id="3" pos="2865" userDrawn="1">
          <p15:clr>
            <a:srgbClr val="FBAE40"/>
          </p15:clr>
        </p15:guide>
        <p15:guide id="4" pos="1617" userDrawn="1">
          <p15:clr>
            <a:srgbClr val="FBAE40"/>
          </p15:clr>
        </p15:guide>
        <p15:guide id="9" pos="4271" userDrawn="1">
          <p15:clr>
            <a:srgbClr val="FBAE40"/>
          </p15:clr>
        </p15:guide>
        <p15:guide id="10" pos="1459" userDrawn="1">
          <p15:clr>
            <a:srgbClr val="FBAE40"/>
          </p15:clr>
        </p15:guide>
        <p15:guide id="11" pos="5677" userDrawn="1">
          <p15:clr>
            <a:srgbClr val="FBAE40"/>
          </p15:clr>
        </p15:guide>
        <p15:guide id="12" pos="5836" userDrawn="1">
          <p15:clr>
            <a:srgbClr val="FBAE40"/>
          </p15:clr>
        </p15:guide>
        <p15:guide id="13" pos="3024" userDrawn="1">
          <p15:clr>
            <a:srgbClr val="FBAE40"/>
          </p15:clr>
        </p15:guide>
        <p15:guide id="14" pos="4430" userDrawn="1">
          <p15:clr>
            <a:srgbClr val="FBAE40"/>
          </p15:clr>
        </p15:guide>
        <p15:guide id="15" orient="horz" pos="377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WI_Präsentation // Headline + Dia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feld 10">
            <a:extLst>
              <a:ext uri="{FF2B5EF4-FFF2-40B4-BE49-F238E27FC236}">
                <a16:creationId xmlns:a16="http://schemas.microsoft.com/office/drawing/2014/main" id="{FA7170FA-0038-7C4E-A4FB-C173887BFA2E}"/>
              </a:ext>
            </a:extLst>
          </p:cNvPr>
          <p:cNvSpPr txBox="1"/>
          <p:nvPr userDrawn="1"/>
        </p:nvSpPr>
        <p:spPr>
          <a:xfrm>
            <a:off x="13298216" y="3780960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err="1"/>
          </a:p>
        </p:txBody>
      </p:sp>
      <p:sp>
        <p:nvSpPr>
          <p:cNvPr id="12" name="Diagrammplatzhalter 2">
            <a:extLst>
              <a:ext uri="{FF2B5EF4-FFF2-40B4-BE49-F238E27FC236}">
                <a16:creationId xmlns:a16="http://schemas.microsoft.com/office/drawing/2014/main" id="{42095016-343E-9F41-9667-439DBD5A4FE3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334799" y="1206000"/>
            <a:ext cx="10908000" cy="45994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00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de-DE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BA17D5FD-3098-BE4A-BC03-5C5E4757314B}"/>
              </a:ext>
            </a:extLst>
          </p:cNvPr>
          <p:cNvSpPr txBox="1"/>
          <p:nvPr userDrawn="1"/>
        </p:nvSpPr>
        <p:spPr>
          <a:xfrm>
            <a:off x="-2356645" y="264266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Headline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05FE3E8C-A0FB-E642-875B-D21B77EE2E67}"/>
              </a:ext>
            </a:extLst>
          </p:cNvPr>
          <p:cNvSpPr txBox="1"/>
          <p:nvPr userDrawn="1"/>
        </p:nvSpPr>
        <p:spPr>
          <a:xfrm>
            <a:off x="-2356645" y="1149958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Inhalt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42EDB2F-DB65-1848-A88B-75BF04491EBC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334962" y="6429600"/>
            <a:ext cx="2742936" cy="97976"/>
          </a:xfrm>
          <a:prstGeom prst="rect">
            <a:avLst/>
          </a:prstGeom>
        </p:spPr>
        <p:txBody>
          <a:bodyPr/>
          <a:lstStyle/>
          <a:p>
            <a:fld id="{13005BA2-ABF8-0A46-8B15-84F2660EFA6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7" name="Textplatzhalter 4">
            <a:extLst>
              <a:ext uri="{FF2B5EF4-FFF2-40B4-BE49-F238E27FC236}">
                <a16:creationId xmlns:a16="http://schemas.microsoft.com/office/drawing/2014/main" id="{7724FF67-4A9F-AA4F-BB06-B96E2E6C9E4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34800" y="5886899"/>
            <a:ext cx="10635267" cy="97976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sz="77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/>
              <a:t>Hier kommt die Quelle/Legende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177FC00-58D2-AC4E-A5AB-8C5A174521C7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r>
              <a:rPr lang="de-DE"/>
              <a:t>Hochschule Karlsruhe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EFEA509C-16C9-7F4E-A006-4B4A69FBAB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rcRect/>
          <a:stretch/>
        </p:blipFill>
        <p:spPr>
          <a:xfrm>
            <a:off x="12521184" y="7129"/>
            <a:ext cx="12191999" cy="6843741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00179CD-2DFE-FE48-88FA-99A080006606}"/>
              </a:ext>
            </a:extLst>
          </p:cNvPr>
          <p:cNvSpPr>
            <a:spLocks noGrp="1"/>
          </p:cNvSpPr>
          <p:nvPr>
            <p:ph type="dt" sz="half" idx="33"/>
          </p:nvPr>
        </p:nvSpPr>
        <p:spPr/>
        <p:txBody>
          <a:bodyPr/>
          <a:lstStyle/>
          <a:p>
            <a:r>
              <a:rPr lang="de-DE"/>
              <a:t>20. Januar 2021</a:t>
            </a:r>
            <a:endParaRPr lang="de-DE" sz="1000"/>
          </a:p>
        </p:txBody>
      </p:sp>
      <p:sp>
        <p:nvSpPr>
          <p:cNvPr id="16" name="Textplatzhalter 2">
            <a:extLst>
              <a:ext uri="{FF2B5EF4-FFF2-40B4-BE49-F238E27FC236}">
                <a16:creationId xmlns:a16="http://schemas.microsoft.com/office/drawing/2014/main" id="{497ACD82-BFBD-4546-9FDD-E09E371F504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4962" y="306002"/>
            <a:ext cx="10909301" cy="89097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000"/>
              </a:lnSpc>
              <a:buNone/>
              <a:defRPr sz="3200" spc="-20" baseline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lnSpc>
                <a:spcPts val="1600"/>
              </a:lnSpc>
              <a:spcBef>
                <a:spcPts val="500"/>
              </a:spcBef>
              <a:buNone/>
              <a:defRPr sz="1800" b="0" i="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0" indent="0">
              <a:lnSpc>
                <a:spcPts val="1400"/>
              </a:lnSpc>
              <a:spcBef>
                <a:spcPts val="500"/>
              </a:spcBef>
              <a:buNone/>
              <a:defRPr sz="145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3pPr>
          </a:lstStyle>
          <a:p>
            <a:pPr lvl="0"/>
            <a:r>
              <a:rPr lang="de-DE"/>
              <a:t>Mastertextformat bearbeiten 32pt / ZA 30pt</a:t>
            </a:r>
          </a:p>
          <a:p>
            <a:pPr lvl="1"/>
            <a:r>
              <a:rPr lang="de-DE"/>
              <a:t>Zweite Ebene 18pt</a:t>
            </a:r>
          </a:p>
          <a:p>
            <a:pPr lvl="2"/>
            <a:r>
              <a:rPr lang="de-DE"/>
              <a:t>Dritte Ebene 14,5pt</a:t>
            </a:r>
          </a:p>
        </p:txBody>
      </p:sp>
      <p:pic>
        <p:nvPicPr>
          <p:cNvPr id="18" name="Grafik 17">
            <a:extLst>
              <a:ext uri="{FF2B5EF4-FFF2-40B4-BE49-F238E27FC236}">
                <a16:creationId xmlns:a16="http://schemas.microsoft.com/office/drawing/2014/main" id="{5304EBFC-E573-0F4B-99BC-249D53D1D1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244769" y="299812"/>
            <a:ext cx="665997" cy="448987"/>
          </a:xfrm>
          <a:prstGeom prst="rect">
            <a:avLst/>
          </a:prstGeom>
        </p:spPr>
      </p:pic>
      <p:sp>
        <p:nvSpPr>
          <p:cNvPr id="19" name="Bildplatzhalter 4">
            <a:extLst>
              <a:ext uri="{FF2B5EF4-FFF2-40B4-BE49-F238E27FC236}">
                <a16:creationId xmlns:a16="http://schemas.microsoft.com/office/drawing/2014/main" id="{C14B0BCA-67E1-E248-98FB-99B2C18CCAE8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11244768" y="5470338"/>
            <a:ext cx="666000" cy="10908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47" r="47"/>
            </a:stretch>
          </a:blipFill>
        </p:spPr>
        <p:txBody>
          <a:bodyPr/>
          <a:lstStyle>
            <a:lvl1pPr marL="0" indent="0">
              <a:buNone/>
              <a:defRPr sz="100" b="0" i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85485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 userDrawn="1">
          <p15:clr>
            <a:srgbClr val="FBAE40"/>
          </p15:clr>
        </p15:guide>
        <p15:guide id="2" orient="horz" pos="187" userDrawn="1">
          <p15:clr>
            <a:srgbClr val="FBAE40"/>
          </p15:clr>
        </p15:guide>
        <p15:guide id="3" orient="horz" pos="377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WI_Präsentation // 1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feld 39">
            <a:extLst>
              <a:ext uri="{FF2B5EF4-FFF2-40B4-BE49-F238E27FC236}">
                <a16:creationId xmlns:a16="http://schemas.microsoft.com/office/drawing/2014/main" id="{B2417DED-3B99-4349-8BA5-D2109765036F}"/>
              </a:ext>
            </a:extLst>
          </p:cNvPr>
          <p:cNvSpPr txBox="1"/>
          <p:nvPr userDrawn="1"/>
        </p:nvSpPr>
        <p:spPr>
          <a:xfrm>
            <a:off x="13298216" y="3780960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err="1"/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CA76EEEE-53F6-9642-B1ED-C868DA1F345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34800" y="1206001"/>
            <a:ext cx="11520000" cy="45994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/>
          <a:lstStyle>
            <a:lvl1pPr marL="0" indent="0">
              <a:buFontTx/>
              <a:buNone/>
              <a:defRPr sz="200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50F89A5-3C39-F749-B805-46E3C20CDDD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34962" y="6429600"/>
            <a:ext cx="2742936" cy="97976"/>
          </a:xfrm>
          <a:prstGeom prst="rect">
            <a:avLst/>
          </a:prstGeom>
        </p:spPr>
        <p:txBody>
          <a:bodyPr/>
          <a:lstStyle/>
          <a:p>
            <a:fld id="{13005BA2-ABF8-0A46-8B15-84F2660EFA6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0885C8D8-7D67-274F-AD1B-6EB7E2AD03FE}"/>
              </a:ext>
            </a:extLst>
          </p:cNvPr>
          <p:cNvSpPr txBox="1"/>
          <p:nvPr userDrawn="1"/>
        </p:nvSpPr>
        <p:spPr>
          <a:xfrm>
            <a:off x="-2356645" y="264266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Headline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2FD4C86A-1273-9243-B646-482137D81FC4}"/>
              </a:ext>
            </a:extLst>
          </p:cNvPr>
          <p:cNvSpPr txBox="1"/>
          <p:nvPr userDrawn="1"/>
        </p:nvSpPr>
        <p:spPr>
          <a:xfrm>
            <a:off x="-2356645" y="1149958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Inhalt</a:t>
            </a:r>
          </a:p>
        </p:txBody>
      </p:sp>
      <p:sp>
        <p:nvSpPr>
          <p:cNvPr id="14" name="Textplatzhalter 4">
            <a:extLst>
              <a:ext uri="{FF2B5EF4-FFF2-40B4-BE49-F238E27FC236}">
                <a16:creationId xmlns:a16="http://schemas.microsoft.com/office/drawing/2014/main" id="{F54E956C-C25B-424C-A798-CFAB5A0744C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34800" y="5886899"/>
            <a:ext cx="10608733" cy="972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sz="77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/>
              <a:t>Hier kommt die Quelle/Legende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CC11AC0-5E95-6446-A63C-B54CF66E1A7D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/>
          <a:lstStyle/>
          <a:p>
            <a:r>
              <a:rPr lang="de-DE"/>
              <a:t>Hochschule Karlsruhe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C964A4A2-ACC1-3A4D-B3DF-04B8BE3230F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49000"/>
          </a:blip>
          <a:srcRect/>
          <a:stretch/>
        </p:blipFill>
        <p:spPr>
          <a:xfrm>
            <a:off x="12521184" y="7129"/>
            <a:ext cx="12191999" cy="6843741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3B06E7E-E9A1-9840-A9E1-79686DE197B3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r>
              <a:rPr lang="de-DE"/>
              <a:t>20. Januar 2021</a:t>
            </a:r>
            <a:endParaRPr lang="de-DE" sz="1000"/>
          </a:p>
        </p:txBody>
      </p:sp>
      <p:sp>
        <p:nvSpPr>
          <p:cNvPr id="18" name="Textplatzhalter 2">
            <a:extLst>
              <a:ext uri="{FF2B5EF4-FFF2-40B4-BE49-F238E27FC236}">
                <a16:creationId xmlns:a16="http://schemas.microsoft.com/office/drawing/2014/main" id="{53E1063A-E5FC-4B4E-811E-CEBBB597543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4962" y="306002"/>
            <a:ext cx="10909301" cy="89097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000"/>
              </a:lnSpc>
              <a:buNone/>
              <a:defRPr sz="3200" spc="-20" baseline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lnSpc>
                <a:spcPts val="1600"/>
              </a:lnSpc>
              <a:spcBef>
                <a:spcPts val="500"/>
              </a:spcBef>
              <a:buNone/>
              <a:defRPr sz="1800" b="0" i="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0" indent="0">
              <a:lnSpc>
                <a:spcPts val="1400"/>
              </a:lnSpc>
              <a:spcBef>
                <a:spcPts val="500"/>
              </a:spcBef>
              <a:buNone/>
              <a:defRPr sz="145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3pPr>
          </a:lstStyle>
          <a:p>
            <a:pPr lvl="0"/>
            <a:r>
              <a:rPr lang="de-DE"/>
              <a:t>Mastertextformat bearbeiten 32pt / ZA 30pt</a:t>
            </a:r>
          </a:p>
          <a:p>
            <a:pPr lvl="1"/>
            <a:r>
              <a:rPr lang="de-DE"/>
              <a:t>Zweite Ebene 18pt</a:t>
            </a:r>
          </a:p>
          <a:p>
            <a:pPr lvl="2"/>
            <a:r>
              <a:rPr lang="de-DE"/>
              <a:t>Dritte Ebene 14,5pt</a:t>
            </a:r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FC52AC58-89DD-334D-8EE5-C07B400E2B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244769" y="299812"/>
            <a:ext cx="665997" cy="448987"/>
          </a:xfrm>
          <a:prstGeom prst="rect">
            <a:avLst/>
          </a:prstGeom>
        </p:spPr>
      </p:pic>
      <p:sp>
        <p:nvSpPr>
          <p:cNvPr id="21" name="Bildplatzhalter 4">
            <a:extLst>
              <a:ext uri="{FF2B5EF4-FFF2-40B4-BE49-F238E27FC236}">
                <a16:creationId xmlns:a16="http://schemas.microsoft.com/office/drawing/2014/main" id="{AEAC1879-EC8B-DB48-9B03-A00688DE220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1244768" y="5470338"/>
            <a:ext cx="666000" cy="10908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47" r="47"/>
            </a:stretch>
          </a:blipFill>
        </p:spPr>
        <p:txBody>
          <a:bodyPr/>
          <a:lstStyle>
            <a:lvl1pPr marL="0" indent="0">
              <a:buNone/>
              <a:defRPr sz="100" b="0" i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614885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 userDrawn="1">
          <p15:clr>
            <a:srgbClr val="FBAE40"/>
          </p15:clr>
        </p15:guide>
        <p15:guide id="2" orient="horz" pos="187" userDrawn="1">
          <p15:clr>
            <a:srgbClr val="FBAE40"/>
          </p15:clr>
        </p15:guide>
        <p15:guide id="3" orient="horz" pos="377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WI_Präsentation // 2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ildplatzhalter 5">
            <a:extLst>
              <a:ext uri="{FF2B5EF4-FFF2-40B4-BE49-F238E27FC236}">
                <a16:creationId xmlns:a16="http://schemas.microsoft.com/office/drawing/2014/main" id="{35C83EAB-0D4D-FF4D-BD7D-83582A1D3C0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34962" y="1206000"/>
            <a:ext cx="5617105" cy="45972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/>
          <a:lstStyle>
            <a:lvl1pPr marL="0" indent="0">
              <a:buFontTx/>
              <a:buNone/>
              <a:defRPr sz="200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de-DE"/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B2417DED-3B99-4349-8BA5-D2109765036F}"/>
              </a:ext>
            </a:extLst>
          </p:cNvPr>
          <p:cNvSpPr txBox="1"/>
          <p:nvPr userDrawn="1"/>
        </p:nvSpPr>
        <p:spPr>
          <a:xfrm>
            <a:off x="13298216" y="3780960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err="1"/>
          </a:p>
        </p:txBody>
      </p:sp>
      <p:sp>
        <p:nvSpPr>
          <p:cNvPr id="11" name="Bildplatzhalter 5">
            <a:extLst>
              <a:ext uri="{FF2B5EF4-FFF2-40B4-BE49-F238E27FC236}">
                <a16:creationId xmlns:a16="http://schemas.microsoft.com/office/drawing/2014/main" id="{562226A8-783C-944D-805D-729AE9D7328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239933" y="1205999"/>
            <a:ext cx="5617105" cy="460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/>
          <a:lstStyle>
            <a:lvl1pPr marL="0" indent="0">
              <a:buFontTx/>
              <a:buNone/>
              <a:defRPr sz="200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de-DE"/>
              <a:t>Bild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895EFD5-E76A-D946-BC26-AD901858F22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334962" y="6429600"/>
            <a:ext cx="2742936" cy="97976"/>
          </a:xfrm>
          <a:prstGeom prst="rect">
            <a:avLst/>
          </a:prstGeom>
        </p:spPr>
        <p:txBody>
          <a:bodyPr/>
          <a:lstStyle/>
          <a:p>
            <a:fld id="{13005BA2-ABF8-0A46-8B15-84F2660EFA6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0C0CF17D-51BF-164A-AC97-07E21B06BA05}"/>
              </a:ext>
            </a:extLst>
          </p:cNvPr>
          <p:cNvSpPr txBox="1"/>
          <p:nvPr userDrawn="1"/>
        </p:nvSpPr>
        <p:spPr>
          <a:xfrm>
            <a:off x="6227051" y="-263968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Linker Bildrand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31F91C5D-F634-9644-87D6-699DB093E3DE}"/>
              </a:ext>
            </a:extLst>
          </p:cNvPr>
          <p:cNvSpPr txBox="1"/>
          <p:nvPr userDrawn="1"/>
        </p:nvSpPr>
        <p:spPr>
          <a:xfrm>
            <a:off x="4148529" y="-263968"/>
            <a:ext cx="181555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r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Rechter Bildrand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3B5C2419-4BDD-B44C-B359-47312BEFFA19}"/>
              </a:ext>
            </a:extLst>
          </p:cNvPr>
          <p:cNvSpPr txBox="1"/>
          <p:nvPr userDrawn="1"/>
        </p:nvSpPr>
        <p:spPr>
          <a:xfrm>
            <a:off x="-2356645" y="264266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Headline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BCDA3237-D4E2-544E-B93D-836F94639626}"/>
              </a:ext>
            </a:extLst>
          </p:cNvPr>
          <p:cNvSpPr txBox="1"/>
          <p:nvPr userDrawn="1"/>
        </p:nvSpPr>
        <p:spPr>
          <a:xfrm>
            <a:off x="-2356645" y="1149958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Inhalt</a:t>
            </a:r>
          </a:p>
        </p:txBody>
      </p:sp>
      <p:sp>
        <p:nvSpPr>
          <p:cNvPr id="23" name="Textplatzhalter 4">
            <a:extLst>
              <a:ext uri="{FF2B5EF4-FFF2-40B4-BE49-F238E27FC236}">
                <a16:creationId xmlns:a16="http://schemas.microsoft.com/office/drawing/2014/main" id="{54E92864-A0E0-314A-8C49-29B1171014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39934" y="5886899"/>
            <a:ext cx="4751917" cy="972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sz="77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/>
              <a:t>Hier kommt die Quelle/Legende</a:t>
            </a:r>
          </a:p>
        </p:txBody>
      </p:sp>
      <p:sp>
        <p:nvSpPr>
          <p:cNvPr id="24" name="Textplatzhalter 4">
            <a:extLst>
              <a:ext uri="{FF2B5EF4-FFF2-40B4-BE49-F238E27FC236}">
                <a16:creationId xmlns:a16="http://schemas.microsoft.com/office/drawing/2014/main" id="{88AA7485-A9F3-004C-AE34-E8AC9C45BF7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34800" y="5886899"/>
            <a:ext cx="5580964" cy="97976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sz="77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/>
              <a:t>Hier kommt die Quelle/Legende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4013B5A4-26D9-8740-ACBB-09F01B228133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/>
          <a:lstStyle/>
          <a:p>
            <a:r>
              <a:rPr lang="de-DE"/>
              <a:t>Hochschule Karlsruhe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37AB9DCE-9E10-3E4C-857C-B8C27D76AE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rcRect/>
          <a:stretch/>
        </p:blipFill>
        <p:spPr>
          <a:xfrm>
            <a:off x="12521184" y="7129"/>
            <a:ext cx="12191999" cy="6843741"/>
          </a:xfrm>
          <a:prstGeom prst="rect">
            <a:avLst/>
          </a:prstGeom>
        </p:spPr>
      </p:pic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39B1BBC-665F-AF4B-8F72-7AB1B40FEBE5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r>
              <a:rPr lang="de-DE"/>
              <a:t>20. Januar 2021</a:t>
            </a:r>
            <a:endParaRPr lang="de-DE" sz="1000"/>
          </a:p>
        </p:txBody>
      </p:sp>
      <p:sp>
        <p:nvSpPr>
          <p:cNvPr id="22" name="Textplatzhalter 2">
            <a:extLst>
              <a:ext uri="{FF2B5EF4-FFF2-40B4-BE49-F238E27FC236}">
                <a16:creationId xmlns:a16="http://schemas.microsoft.com/office/drawing/2014/main" id="{2F4660D4-9272-4640-986C-1AB902E7408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4962" y="306002"/>
            <a:ext cx="10909301" cy="89097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000"/>
              </a:lnSpc>
              <a:buNone/>
              <a:defRPr sz="3200" spc="-20" baseline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lnSpc>
                <a:spcPts val="1600"/>
              </a:lnSpc>
              <a:spcBef>
                <a:spcPts val="500"/>
              </a:spcBef>
              <a:buNone/>
              <a:defRPr sz="1800" b="0" i="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0" indent="0">
              <a:lnSpc>
                <a:spcPts val="1400"/>
              </a:lnSpc>
              <a:spcBef>
                <a:spcPts val="500"/>
              </a:spcBef>
              <a:buNone/>
              <a:defRPr sz="145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3pPr>
          </a:lstStyle>
          <a:p>
            <a:pPr lvl="0"/>
            <a:r>
              <a:rPr lang="de-DE"/>
              <a:t>Mastertextformat bearbeiten 32pt / ZA 30pt</a:t>
            </a:r>
          </a:p>
          <a:p>
            <a:pPr lvl="1"/>
            <a:r>
              <a:rPr lang="de-DE"/>
              <a:t>Zweite Ebene 18pt</a:t>
            </a:r>
          </a:p>
          <a:p>
            <a:pPr lvl="2"/>
            <a:r>
              <a:rPr lang="de-DE"/>
              <a:t>Dritte Ebene 14,5pt</a:t>
            </a:r>
          </a:p>
        </p:txBody>
      </p:sp>
      <p:pic>
        <p:nvPicPr>
          <p:cNvPr id="25" name="Grafik 24">
            <a:extLst>
              <a:ext uri="{FF2B5EF4-FFF2-40B4-BE49-F238E27FC236}">
                <a16:creationId xmlns:a16="http://schemas.microsoft.com/office/drawing/2014/main" id="{4EF64192-C7B8-8F48-AF09-2CEFBD1D295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244769" y="299812"/>
            <a:ext cx="665997" cy="448987"/>
          </a:xfrm>
          <a:prstGeom prst="rect">
            <a:avLst/>
          </a:prstGeom>
        </p:spPr>
      </p:pic>
      <p:sp>
        <p:nvSpPr>
          <p:cNvPr id="26" name="Bildplatzhalter 4">
            <a:extLst>
              <a:ext uri="{FF2B5EF4-FFF2-40B4-BE49-F238E27FC236}">
                <a16:creationId xmlns:a16="http://schemas.microsoft.com/office/drawing/2014/main" id="{EE53D468-62E6-234B-9E70-678A5A64761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1244768" y="5470338"/>
            <a:ext cx="666000" cy="10908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47" r="47"/>
            </a:stretch>
          </a:blipFill>
        </p:spPr>
        <p:txBody>
          <a:bodyPr/>
          <a:lstStyle>
            <a:lvl1pPr marL="0" indent="0">
              <a:buNone/>
              <a:defRPr sz="100" b="0" i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937044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pos="3931" userDrawn="1">
          <p15:clr>
            <a:srgbClr val="FBAE40"/>
          </p15:clr>
        </p15:guide>
        <p15:guide id="6" pos="3749" userDrawn="1">
          <p15:clr>
            <a:srgbClr val="FBAE40"/>
          </p15:clr>
        </p15:guide>
        <p15:guide id="7" orient="horz" pos="754" userDrawn="1">
          <p15:clr>
            <a:srgbClr val="FBAE40"/>
          </p15:clr>
        </p15:guide>
        <p15:guide id="8" orient="horz" pos="187" userDrawn="1">
          <p15:clr>
            <a:srgbClr val="FBAE40"/>
          </p15:clr>
        </p15:guide>
        <p15:guide id="9" orient="horz" pos="377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WI_Präsentation // Text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feld 39">
            <a:extLst>
              <a:ext uri="{FF2B5EF4-FFF2-40B4-BE49-F238E27FC236}">
                <a16:creationId xmlns:a16="http://schemas.microsoft.com/office/drawing/2014/main" id="{B2417DED-3B99-4349-8BA5-D2109765036F}"/>
              </a:ext>
            </a:extLst>
          </p:cNvPr>
          <p:cNvSpPr txBox="1"/>
          <p:nvPr userDrawn="1"/>
        </p:nvSpPr>
        <p:spPr>
          <a:xfrm>
            <a:off x="13298216" y="3780960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err="1"/>
          </a:p>
        </p:txBody>
      </p:sp>
      <p:sp>
        <p:nvSpPr>
          <p:cNvPr id="12" name="Bildplatzhalter 5">
            <a:extLst>
              <a:ext uri="{FF2B5EF4-FFF2-40B4-BE49-F238E27FC236}">
                <a16:creationId xmlns:a16="http://schemas.microsoft.com/office/drawing/2014/main" id="{17EFA53D-6FD1-6F45-B98B-1BBDAA8A36B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239934" y="1205999"/>
            <a:ext cx="5617104" cy="460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/>
          <a:lstStyle>
            <a:lvl1pPr marL="0" indent="0">
              <a:buFontTx/>
              <a:buNone/>
              <a:defRPr sz="200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1F7B6FB-B0F6-3341-BCCD-5EA90FA3330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334962" y="6429600"/>
            <a:ext cx="2742936" cy="97976"/>
          </a:xfrm>
          <a:prstGeom prst="rect">
            <a:avLst/>
          </a:prstGeom>
        </p:spPr>
        <p:txBody>
          <a:bodyPr/>
          <a:lstStyle/>
          <a:p>
            <a:fld id="{13005BA2-ABF8-0A46-8B15-84F2660EFA6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5CC2644F-FCE1-1048-B810-F35855B30C08}"/>
              </a:ext>
            </a:extLst>
          </p:cNvPr>
          <p:cNvSpPr txBox="1"/>
          <p:nvPr userDrawn="1"/>
        </p:nvSpPr>
        <p:spPr>
          <a:xfrm>
            <a:off x="-2356645" y="264266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Headline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09A680A6-80A5-3A40-89EC-AFFBA5113207}"/>
              </a:ext>
            </a:extLst>
          </p:cNvPr>
          <p:cNvSpPr txBox="1"/>
          <p:nvPr userDrawn="1"/>
        </p:nvSpPr>
        <p:spPr>
          <a:xfrm>
            <a:off x="-2356645" y="1149958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Inhalt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5FEA65F3-E022-8A40-99FF-39D64B823CCE}"/>
              </a:ext>
            </a:extLst>
          </p:cNvPr>
          <p:cNvSpPr txBox="1"/>
          <p:nvPr userDrawn="1"/>
        </p:nvSpPr>
        <p:spPr>
          <a:xfrm>
            <a:off x="6227051" y="-263968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Linker Bildrand</a:t>
            </a:r>
          </a:p>
        </p:txBody>
      </p:sp>
      <p:sp>
        <p:nvSpPr>
          <p:cNvPr id="19" name="Textplatzhalter 4">
            <a:extLst>
              <a:ext uri="{FF2B5EF4-FFF2-40B4-BE49-F238E27FC236}">
                <a16:creationId xmlns:a16="http://schemas.microsoft.com/office/drawing/2014/main" id="{47C19FD3-313A-D64E-9440-4A82499E3D5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39934" y="5886000"/>
            <a:ext cx="4796724" cy="972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sz="77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/>
              <a:t>Hier kommt die Quelle/Legende</a:t>
            </a:r>
          </a:p>
        </p:txBody>
      </p:sp>
      <p:sp>
        <p:nvSpPr>
          <p:cNvPr id="18" name="Textplatzhalter 2">
            <a:extLst>
              <a:ext uri="{FF2B5EF4-FFF2-40B4-BE49-F238E27FC236}">
                <a16:creationId xmlns:a16="http://schemas.microsoft.com/office/drawing/2014/main" id="{EB2B3229-4766-F845-8CCB-5DC95F2708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4963" y="1206000"/>
            <a:ext cx="5617106" cy="4608513"/>
          </a:xfrm>
          <a:prstGeom prst="rect">
            <a:avLst/>
          </a:prstGeom>
        </p:spPr>
        <p:txBody>
          <a:bodyPr lIns="0" tIns="0" rIns="0" bIns="0" numCol="1" spcCol="720000"/>
          <a:lstStyle>
            <a:lvl1pPr marL="0" indent="0">
              <a:lnSpc>
                <a:spcPts val="2100"/>
              </a:lnSpc>
              <a:spcBef>
                <a:spcPts val="1350"/>
              </a:spcBef>
              <a:spcAft>
                <a:spcPts val="0"/>
              </a:spcAft>
              <a:buSzPct val="90000"/>
              <a:buFontTx/>
              <a:buNone/>
              <a:defRPr sz="180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52000" indent="-252000">
              <a:lnSpc>
                <a:spcPts val="2250"/>
              </a:lnSpc>
              <a:spcBef>
                <a:spcPts val="350"/>
              </a:spcBef>
              <a:spcAft>
                <a:spcPts val="200"/>
              </a:spcAft>
              <a:buFontTx/>
              <a:buBlip>
                <a:blip r:embed="rId2"/>
              </a:buBlip>
              <a:defRPr sz="180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504000" indent="-252000">
              <a:lnSpc>
                <a:spcPts val="2250"/>
              </a:lnSpc>
              <a:spcBef>
                <a:spcPts val="350"/>
              </a:spcBef>
              <a:spcAft>
                <a:spcPts val="0"/>
              </a:spcAft>
              <a:buSzPct val="100000"/>
              <a:buFontTx/>
              <a:buBlip>
                <a:blip r:embed="rId2"/>
              </a:buBlip>
              <a:defRPr sz="180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504000" indent="-234000">
              <a:lnSpc>
                <a:spcPts val="2250"/>
              </a:lnSpc>
              <a:spcBef>
                <a:spcPts val="350"/>
              </a:spcBef>
              <a:spcAft>
                <a:spcPts val="0"/>
              </a:spcAft>
              <a:buSzPct val="90000"/>
              <a:buFont typeface="Arial" pitchFamily="2" charset="2"/>
              <a:buChar char="-"/>
              <a:defRPr sz="180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504000" indent="0">
              <a:lnSpc>
                <a:spcPts val="1800"/>
              </a:lnSpc>
              <a:spcBef>
                <a:spcPts val="350"/>
              </a:spcBef>
              <a:spcAft>
                <a:spcPts val="0"/>
              </a:spcAft>
              <a:buNone/>
              <a:defRPr sz="1452" b="0" i="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de-DE"/>
              <a:t>Mastertextformat bearbeiten 18pt</a:t>
            </a:r>
          </a:p>
          <a:p>
            <a:pPr lvl="1"/>
            <a:r>
              <a:rPr lang="de-DE"/>
              <a:t>Zweite Ebene 18pt</a:t>
            </a:r>
          </a:p>
          <a:p>
            <a:pPr lvl="2"/>
            <a:r>
              <a:rPr lang="de-DE"/>
              <a:t>Dritte Ebene 18pt</a:t>
            </a:r>
          </a:p>
          <a:p>
            <a:pPr lvl="3"/>
            <a:r>
              <a:rPr lang="de-DE"/>
              <a:t>Vierte Ebene 18pt</a:t>
            </a:r>
          </a:p>
          <a:p>
            <a:pPr lvl="4"/>
            <a:r>
              <a:rPr lang="de-DE"/>
              <a:t>Fünfte Ebene 14,5pt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7CB36594-3440-4A40-8496-8A327EE58A6B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de-DE"/>
              <a:t>Hochschule Karlsruhe</a:t>
            </a: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3E86A0B5-4B53-424B-84C2-14958884B15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0000"/>
          </a:blip>
          <a:srcRect/>
          <a:stretch/>
        </p:blipFill>
        <p:spPr>
          <a:xfrm>
            <a:off x="12521184" y="7129"/>
            <a:ext cx="12191999" cy="6843741"/>
          </a:xfrm>
          <a:prstGeom prst="rect">
            <a:avLst/>
          </a:prstGeom>
        </p:spPr>
      </p:pic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3D1ADDF-8F4C-BC48-B65C-59B0BEC4AA8D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r>
              <a:rPr lang="de-DE"/>
              <a:t>20. Januar 2021</a:t>
            </a:r>
            <a:endParaRPr lang="de-DE" sz="1000"/>
          </a:p>
        </p:txBody>
      </p:sp>
      <p:sp>
        <p:nvSpPr>
          <p:cNvPr id="21" name="Textplatzhalter 2">
            <a:extLst>
              <a:ext uri="{FF2B5EF4-FFF2-40B4-BE49-F238E27FC236}">
                <a16:creationId xmlns:a16="http://schemas.microsoft.com/office/drawing/2014/main" id="{F2CB68D7-64C9-2B4D-99B1-D76F62440EC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4962" y="306002"/>
            <a:ext cx="10909301" cy="89097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000"/>
              </a:lnSpc>
              <a:buNone/>
              <a:defRPr sz="3200" spc="-20" baseline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lnSpc>
                <a:spcPts val="1600"/>
              </a:lnSpc>
              <a:spcBef>
                <a:spcPts val="500"/>
              </a:spcBef>
              <a:buNone/>
              <a:defRPr sz="1800" b="0" i="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0" indent="0">
              <a:lnSpc>
                <a:spcPts val="1400"/>
              </a:lnSpc>
              <a:spcBef>
                <a:spcPts val="500"/>
              </a:spcBef>
              <a:buNone/>
              <a:defRPr sz="145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3pPr>
          </a:lstStyle>
          <a:p>
            <a:pPr lvl="0"/>
            <a:r>
              <a:rPr lang="de-DE"/>
              <a:t>Mastertextformat bearbeiten 32pt / ZA 30pt</a:t>
            </a:r>
          </a:p>
          <a:p>
            <a:pPr lvl="1"/>
            <a:r>
              <a:rPr lang="de-DE"/>
              <a:t>Zweite Ebene 18pt</a:t>
            </a:r>
          </a:p>
          <a:p>
            <a:pPr lvl="2"/>
            <a:r>
              <a:rPr lang="de-DE"/>
              <a:t>Dritte Ebene 14,5pt</a:t>
            </a:r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9B00AEE4-DB25-3949-A3B7-2589753ED8E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1244769" y="299812"/>
            <a:ext cx="665997" cy="448987"/>
          </a:xfrm>
          <a:prstGeom prst="rect">
            <a:avLst/>
          </a:prstGeom>
        </p:spPr>
      </p:pic>
      <p:sp>
        <p:nvSpPr>
          <p:cNvPr id="23" name="Bildplatzhalter 4">
            <a:extLst>
              <a:ext uri="{FF2B5EF4-FFF2-40B4-BE49-F238E27FC236}">
                <a16:creationId xmlns:a16="http://schemas.microsoft.com/office/drawing/2014/main" id="{5DC98C22-4D22-EB4B-BB1F-3530EF691008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1244768" y="5470338"/>
            <a:ext cx="666000" cy="10908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47" r="47"/>
            </a:stretch>
          </a:blipFill>
        </p:spPr>
        <p:txBody>
          <a:bodyPr/>
          <a:lstStyle>
            <a:lvl1pPr marL="0" indent="0">
              <a:buNone/>
              <a:defRPr sz="100" b="0" i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45668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pos="3931" userDrawn="1">
          <p15:clr>
            <a:srgbClr val="FBAE40"/>
          </p15:clr>
        </p15:guide>
        <p15:guide id="6" pos="3749" userDrawn="1">
          <p15:clr>
            <a:srgbClr val="FBAE40"/>
          </p15:clr>
        </p15:guide>
        <p15:guide id="7" orient="horz" pos="754" userDrawn="1">
          <p15:clr>
            <a:srgbClr val="FBAE40"/>
          </p15:clr>
        </p15:guide>
        <p15:guide id="8" orient="horz" pos="187" userDrawn="1">
          <p15:clr>
            <a:srgbClr val="FBAE40"/>
          </p15:clr>
        </p15:guide>
        <p15:guide id="10" orient="horz" pos="377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WI_Präsentation // Text klein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feld 39">
            <a:extLst>
              <a:ext uri="{FF2B5EF4-FFF2-40B4-BE49-F238E27FC236}">
                <a16:creationId xmlns:a16="http://schemas.microsoft.com/office/drawing/2014/main" id="{B2417DED-3B99-4349-8BA5-D2109765036F}"/>
              </a:ext>
            </a:extLst>
          </p:cNvPr>
          <p:cNvSpPr txBox="1"/>
          <p:nvPr userDrawn="1"/>
        </p:nvSpPr>
        <p:spPr>
          <a:xfrm>
            <a:off x="13298216" y="3780960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err="1"/>
          </a:p>
        </p:txBody>
      </p:sp>
      <p:sp>
        <p:nvSpPr>
          <p:cNvPr id="12" name="Bildplatzhalter 5">
            <a:extLst>
              <a:ext uri="{FF2B5EF4-FFF2-40B4-BE49-F238E27FC236}">
                <a16:creationId xmlns:a16="http://schemas.microsoft.com/office/drawing/2014/main" id="{17EFA53D-6FD1-6F45-B98B-1BBDAA8A36B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239934" y="1206000"/>
            <a:ext cx="5617104" cy="45994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/>
          <a:lstStyle>
            <a:lvl1pPr marL="0" indent="0">
              <a:buFontTx/>
              <a:buNone/>
              <a:defRPr sz="200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2130442-AFCC-A34B-846F-B4148DBD901E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334962" y="6429600"/>
            <a:ext cx="2742936" cy="97976"/>
          </a:xfrm>
          <a:prstGeom prst="rect">
            <a:avLst/>
          </a:prstGeom>
        </p:spPr>
        <p:txBody>
          <a:bodyPr/>
          <a:lstStyle/>
          <a:p>
            <a:fld id="{13005BA2-ABF8-0A46-8B15-84F2660EFA6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A5A3B40C-54E9-AB4D-8AC7-E38CD18B5B70}"/>
              </a:ext>
            </a:extLst>
          </p:cNvPr>
          <p:cNvSpPr txBox="1"/>
          <p:nvPr userDrawn="1"/>
        </p:nvSpPr>
        <p:spPr>
          <a:xfrm>
            <a:off x="6227051" y="-263968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Linker Bildrand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B671DC39-E545-5E4C-B503-4F1AA64CC520}"/>
              </a:ext>
            </a:extLst>
          </p:cNvPr>
          <p:cNvSpPr txBox="1"/>
          <p:nvPr userDrawn="1"/>
        </p:nvSpPr>
        <p:spPr>
          <a:xfrm>
            <a:off x="-2356645" y="264266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Headline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370F38C7-64DE-D04A-B7C6-B8A2D35BC9D5}"/>
              </a:ext>
            </a:extLst>
          </p:cNvPr>
          <p:cNvSpPr txBox="1"/>
          <p:nvPr userDrawn="1"/>
        </p:nvSpPr>
        <p:spPr>
          <a:xfrm>
            <a:off x="-2356645" y="1149958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Inhalt</a:t>
            </a:r>
          </a:p>
        </p:txBody>
      </p:sp>
      <p:sp>
        <p:nvSpPr>
          <p:cNvPr id="22" name="Textplatzhalter 4">
            <a:extLst>
              <a:ext uri="{FF2B5EF4-FFF2-40B4-BE49-F238E27FC236}">
                <a16:creationId xmlns:a16="http://schemas.microsoft.com/office/drawing/2014/main" id="{E7E246A2-CC15-8343-93B1-CFDABB587BD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39934" y="5885299"/>
            <a:ext cx="4751917" cy="972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sz="77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/>
              <a:t>Hier kommt die Quelle/Legende</a:t>
            </a:r>
          </a:p>
        </p:txBody>
      </p:sp>
      <p:sp>
        <p:nvSpPr>
          <p:cNvPr id="21" name="Textplatzhalter 2" descr="te " title="text">
            <a:extLst>
              <a:ext uri="{FF2B5EF4-FFF2-40B4-BE49-F238E27FC236}">
                <a16:creationId xmlns:a16="http://schemas.microsoft.com/office/drawing/2014/main" id="{CAAED048-28A8-8940-B7A5-3D4D92B767D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4963" y="1206001"/>
            <a:ext cx="5617106" cy="4599488"/>
          </a:xfrm>
          <a:prstGeom prst="rect">
            <a:avLst/>
          </a:prstGeom>
        </p:spPr>
        <p:txBody>
          <a:bodyPr lIns="0" tIns="0" rIns="0" bIns="0" numCol="1" spcCol="360000"/>
          <a:lstStyle>
            <a:lvl1pPr marL="0" indent="0">
              <a:lnSpc>
                <a:spcPts val="1700"/>
              </a:lnSpc>
              <a:spcBef>
                <a:spcPts val="1200"/>
              </a:spcBef>
              <a:spcAft>
                <a:spcPts val="0"/>
              </a:spcAft>
              <a:buSzPct val="90000"/>
              <a:buFontTx/>
              <a:buNone/>
              <a:defRPr sz="1452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52000" indent="-252000">
              <a:lnSpc>
                <a:spcPts val="1800"/>
              </a:lnSpc>
              <a:spcBef>
                <a:spcPts val="350"/>
              </a:spcBef>
              <a:spcAft>
                <a:spcPts val="200"/>
              </a:spcAft>
              <a:buFontTx/>
              <a:buBlip>
                <a:blip r:embed="rId2"/>
              </a:buBlip>
              <a:defRPr sz="1452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504000" indent="-252000">
              <a:lnSpc>
                <a:spcPts val="1800"/>
              </a:lnSpc>
              <a:spcBef>
                <a:spcPts val="350"/>
              </a:spcBef>
              <a:spcAft>
                <a:spcPts val="0"/>
              </a:spcAft>
              <a:buFontTx/>
              <a:buBlip>
                <a:blip r:embed="rId2"/>
              </a:buBlip>
              <a:defRPr sz="1452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504000" indent="-234000">
              <a:lnSpc>
                <a:spcPts val="1800"/>
              </a:lnSpc>
              <a:spcBef>
                <a:spcPts val="350"/>
              </a:spcBef>
              <a:spcAft>
                <a:spcPts val="0"/>
              </a:spcAft>
              <a:buSzPct val="90000"/>
              <a:buFont typeface="Arial" pitchFamily="2" charset="2"/>
              <a:buChar char="-"/>
              <a:defRPr sz="1452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504000" indent="0">
              <a:lnSpc>
                <a:spcPts val="1800"/>
              </a:lnSpc>
              <a:spcBef>
                <a:spcPts val="500"/>
              </a:spcBef>
              <a:spcAft>
                <a:spcPts val="0"/>
              </a:spcAft>
              <a:buNone/>
              <a:defRPr sz="1450" b="0" i="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de-DE"/>
              <a:t>Mastertextformat bearbeiten 14,5pt</a:t>
            </a:r>
          </a:p>
          <a:p>
            <a:pPr lvl="1"/>
            <a:r>
              <a:rPr lang="de-DE"/>
              <a:t>Zweite Ebene 14,5pt</a:t>
            </a:r>
          </a:p>
          <a:p>
            <a:pPr lvl="2"/>
            <a:r>
              <a:rPr lang="de-DE"/>
              <a:t>Dritte Ebene 14,5pt</a:t>
            </a:r>
          </a:p>
          <a:p>
            <a:pPr lvl="3"/>
            <a:r>
              <a:rPr lang="de-DE"/>
              <a:t>Vierte Ebene 14,5pt</a:t>
            </a:r>
          </a:p>
          <a:p>
            <a:pPr lvl="4"/>
            <a:r>
              <a:rPr lang="de-DE"/>
              <a:t>Fünfte Ebene 14,5pt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431D2AF-8FEB-7841-B7CE-8E7D120E0BD5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de-DE"/>
              <a:t>Hochschule Karlsruhe</a:t>
            </a: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47B87EDE-89CA-8D42-9DC8-E7B7769EDC6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0000"/>
          </a:blip>
          <a:srcRect/>
          <a:stretch/>
        </p:blipFill>
        <p:spPr>
          <a:xfrm>
            <a:off x="12521185" y="7129"/>
            <a:ext cx="12191997" cy="6843741"/>
          </a:xfrm>
          <a:prstGeom prst="rect">
            <a:avLst/>
          </a:prstGeom>
        </p:spPr>
      </p:pic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F268177-AE4A-684B-8FE0-98F4DB068ECA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r>
              <a:rPr lang="de-DE"/>
              <a:t>20. Januar 2021</a:t>
            </a:r>
            <a:endParaRPr lang="de-DE" sz="1000"/>
          </a:p>
        </p:txBody>
      </p:sp>
      <p:sp>
        <p:nvSpPr>
          <p:cNvPr id="23" name="Textplatzhalter 2">
            <a:extLst>
              <a:ext uri="{FF2B5EF4-FFF2-40B4-BE49-F238E27FC236}">
                <a16:creationId xmlns:a16="http://schemas.microsoft.com/office/drawing/2014/main" id="{EC6D2088-9A3B-1C4C-8DE4-54864EFFE35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4962" y="306002"/>
            <a:ext cx="10909301" cy="89097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000"/>
              </a:lnSpc>
              <a:buNone/>
              <a:defRPr sz="3200" spc="-20" baseline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lnSpc>
                <a:spcPts val="1600"/>
              </a:lnSpc>
              <a:spcBef>
                <a:spcPts val="500"/>
              </a:spcBef>
              <a:buNone/>
              <a:defRPr sz="1800" b="0" i="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0" indent="0">
              <a:lnSpc>
                <a:spcPts val="1400"/>
              </a:lnSpc>
              <a:spcBef>
                <a:spcPts val="500"/>
              </a:spcBef>
              <a:buNone/>
              <a:defRPr sz="145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3pPr>
          </a:lstStyle>
          <a:p>
            <a:pPr lvl="0"/>
            <a:r>
              <a:rPr lang="de-DE"/>
              <a:t>Mastertextformat bearbeiten 32pt / ZA 30pt</a:t>
            </a:r>
          </a:p>
          <a:p>
            <a:pPr lvl="1"/>
            <a:r>
              <a:rPr lang="de-DE"/>
              <a:t>Zweite Ebene 18pt</a:t>
            </a:r>
          </a:p>
          <a:p>
            <a:pPr lvl="2"/>
            <a:r>
              <a:rPr lang="de-DE"/>
              <a:t>Dritte Ebene 14,5pt</a:t>
            </a:r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1AFC7871-1610-504B-B425-40256249EAE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1244769" y="299812"/>
            <a:ext cx="665997" cy="448987"/>
          </a:xfrm>
          <a:prstGeom prst="rect">
            <a:avLst/>
          </a:prstGeom>
        </p:spPr>
      </p:pic>
      <p:sp>
        <p:nvSpPr>
          <p:cNvPr id="25" name="Bildplatzhalter 4">
            <a:extLst>
              <a:ext uri="{FF2B5EF4-FFF2-40B4-BE49-F238E27FC236}">
                <a16:creationId xmlns:a16="http://schemas.microsoft.com/office/drawing/2014/main" id="{42FD9094-ABDF-C14F-B559-FA1BE5024442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1244768" y="5470338"/>
            <a:ext cx="666000" cy="10908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47" r="47"/>
            </a:stretch>
          </a:blipFill>
        </p:spPr>
        <p:txBody>
          <a:bodyPr/>
          <a:lstStyle>
            <a:lvl1pPr marL="0" indent="0">
              <a:buNone/>
              <a:defRPr sz="100" b="0" i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008432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pos="3931" userDrawn="1">
          <p15:clr>
            <a:srgbClr val="FBAE40"/>
          </p15:clr>
        </p15:guide>
        <p15:guide id="6" pos="3749" userDrawn="1">
          <p15:clr>
            <a:srgbClr val="FBAE40"/>
          </p15:clr>
        </p15:guide>
        <p15:guide id="7" orient="horz" pos="754" userDrawn="1">
          <p15:clr>
            <a:srgbClr val="FBAE40"/>
          </p15:clr>
        </p15:guide>
        <p15:guide id="8" orient="horz" pos="187" userDrawn="1">
          <p15:clr>
            <a:srgbClr val="FBAE40"/>
          </p15:clr>
        </p15:guide>
        <p15:guide id="9" orient="horz" pos="377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WI_Präsentation // 1 Bild Vollform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feld 39">
            <a:extLst>
              <a:ext uri="{FF2B5EF4-FFF2-40B4-BE49-F238E27FC236}">
                <a16:creationId xmlns:a16="http://schemas.microsoft.com/office/drawing/2014/main" id="{B2417DED-3B99-4349-8BA5-D2109765036F}"/>
              </a:ext>
            </a:extLst>
          </p:cNvPr>
          <p:cNvSpPr txBox="1"/>
          <p:nvPr userDrawn="1"/>
        </p:nvSpPr>
        <p:spPr>
          <a:xfrm>
            <a:off x="13298216" y="3780960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err="1"/>
          </a:p>
        </p:txBody>
      </p:sp>
      <p:sp>
        <p:nvSpPr>
          <p:cNvPr id="7" name="Bildplatzhalter 5">
            <a:extLst>
              <a:ext uri="{FF2B5EF4-FFF2-40B4-BE49-F238E27FC236}">
                <a16:creationId xmlns:a16="http://schemas.microsoft.com/office/drawing/2014/main" id="{CC0E7EA5-5642-534B-A54D-23A7A42F66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58054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FontTx/>
              <a:buNone/>
              <a:defRPr sz="200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de-DE"/>
              <a:t>Bild Vollformat</a:t>
            </a:r>
          </a:p>
        </p:txBody>
      </p:sp>
      <p:sp>
        <p:nvSpPr>
          <p:cNvPr id="8" name="Textplatzhalter 4">
            <a:extLst>
              <a:ext uri="{FF2B5EF4-FFF2-40B4-BE49-F238E27FC236}">
                <a16:creationId xmlns:a16="http://schemas.microsoft.com/office/drawing/2014/main" id="{9ED79333-D2FE-4149-A558-6ACD9C9F399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34800" y="5886899"/>
            <a:ext cx="10608733" cy="97976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sz="77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/>
              <a:t>Hier kommt die Quelle/Legende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8B3E935-DC8B-EE4A-A835-A6B75AB07EE4}"/>
              </a:ext>
            </a:extLst>
          </p:cNvPr>
          <p:cNvSpPr>
            <a:spLocks noGrp="1"/>
          </p:cNvSpPr>
          <p:nvPr>
            <p:ph type="dt" sz="half" idx="29"/>
          </p:nvPr>
        </p:nvSpPr>
        <p:spPr/>
        <p:txBody>
          <a:bodyPr/>
          <a:lstStyle/>
          <a:p>
            <a:r>
              <a:rPr lang="de-DE"/>
              <a:t>20. Januar 2021</a:t>
            </a:r>
            <a:endParaRPr lang="de-DE" sz="100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4284B28-82C0-7D4A-B3DD-7BF6E2000D6C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/>
          <a:lstStyle/>
          <a:p>
            <a:r>
              <a:rPr lang="de-DE"/>
              <a:t>Hochschule Karlsruhe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A291B1AC-EAF4-764A-B143-A5E022AB5170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13005BA2-ABF8-0A46-8B15-84F2660EFA6C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C9C81DC7-3CD8-6E40-8972-4478674C02D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1244769" y="299812"/>
            <a:ext cx="665997" cy="448987"/>
          </a:xfrm>
          <a:prstGeom prst="rect">
            <a:avLst/>
          </a:prstGeom>
        </p:spPr>
      </p:pic>
      <p:sp>
        <p:nvSpPr>
          <p:cNvPr id="14" name="Bildplatzhalter 4">
            <a:extLst>
              <a:ext uri="{FF2B5EF4-FFF2-40B4-BE49-F238E27FC236}">
                <a16:creationId xmlns:a16="http://schemas.microsoft.com/office/drawing/2014/main" id="{4ABC12E8-7C38-0E49-8937-79AC2F79F1F8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1244768" y="5470338"/>
            <a:ext cx="666000" cy="10908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47" r="47"/>
            </a:stretch>
          </a:blipFill>
        </p:spPr>
        <p:txBody>
          <a:bodyPr/>
          <a:lstStyle>
            <a:lvl1pPr marL="0" indent="0">
              <a:buNone/>
              <a:defRPr sz="100" b="0" i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de-DE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469C0E64-946B-4342-9A12-31F136B988A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12533858" y="7129"/>
            <a:ext cx="12166650" cy="6843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2492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7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WI_Präsentation // Video vollform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feld 9">
            <a:extLst>
              <a:ext uri="{FF2B5EF4-FFF2-40B4-BE49-F238E27FC236}">
                <a16:creationId xmlns:a16="http://schemas.microsoft.com/office/drawing/2014/main" id="{B7D610AA-3D36-484D-8F57-7B53FF0FF4D4}"/>
              </a:ext>
            </a:extLst>
          </p:cNvPr>
          <p:cNvSpPr txBox="1"/>
          <p:nvPr userDrawn="1"/>
        </p:nvSpPr>
        <p:spPr>
          <a:xfrm>
            <a:off x="13298216" y="3780960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err="1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B45547AE-9F51-BC4D-A0C3-AB4FB54A3F3B}"/>
              </a:ext>
            </a:extLst>
          </p:cNvPr>
          <p:cNvSpPr txBox="1"/>
          <p:nvPr userDrawn="1"/>
        </p:nvSpPr>
        <p:spPr>
          <a:xfrm>
            <a:off x="1226976" y="972102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370" err="1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442C040-18F3-0C47-AAF2-E2091A982E69}"/>
              </a:ext>
            </a:extLst>
          </p:cNvPr>
          <p:cNvSpPr txBox="1"/>
          <p:nvPr userDrawn="1"/>
        </p:nvSpPr>
        <p:spPr>
          <a:xfrm>
            <a:off x="-2356645" y="264266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Headline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D001DC8-3FA9-D845-9FBD-B5FBD14A6F2F}"/>
              </a:ext>
            </a:extLst>
          </p:cNvPr>
          <p:cNvSpPr txBox="1"/>
          <p:nvPr userDrawn="1"/>
        </p:nvSpPr>
        <p:spPr>
          <a:xfrm>
            <a:off x="-2356645" y="1149958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Inhalt</a:t>
            </a:r>
          </a:p>
        </p:txBody>
      </p:sp>
      <p:sp>
        <p:nvSpPr>
          <p:cNvPr id="7" name="Medienplatzhalter 6">
            <a:extLst>
              <a:ext uri="{FF2B5EF4-FFF2-40B4-BE49-F238E27FC236}">
                <a16:creationId xmlns:a16="http://schemas.microsoft.com/office/drawing/2014/main" id="{33974690-2F6E-0244-AD72-14E5E6162FC5}"/>
              </a:ext>
            </a:extLst>
          </p:cNvPr>
          <p:cNvSpPr>
            <a:spLocks noGrp="1"/>
          </p:cNvSpPr>
          <p:nvPr>
            <p:ph type="media" sz="quarter" idx="29"/>
          </p:nvPr>
        </p:nvSpPr>
        <p:spPr>
          <a:xfrm>
            <a:off x="0" y="7129"/>
            <a:ext cx="12192000" cy="6843741"/>
          </a:xfrm>
          <a:prstGeom prst="rect">
            <a:avLst/>
          </a:prstGeom>
        </p:spPr>
        <p:txBody>
          <a:bodyPr/>
          <a:lstStyle>
            <a:lvl1pPr>
              <a:buNone/>
              <a:defRPr sz="2000"/>
            </a:lvl1pPr>
          </a:lstStyle>
          <a:p>
            <a:endParaRPr lang="de-DE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C143E493-6FF6-CA40-BAA4-1659EEE48D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rcRect/>
          <a:stretch/>
        </p:blipFill>
        <p:spPr>
          <a:xfrm>
            <a:off x="12521185" y="7129"/>
            <a:ext cx="12191997" cy="6843741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DCA8911E-497B-1046-B7D7-2FAB8C6784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244769" y="299812"/>
            <a:ext cx="665997" cy="448987"/>
          </a:xfrm>
          <a:prstGeom prst="rect">
            <a:avLst/>
          </a:prstGeom>
        </p:spPr>
      </p:pic>
      <p:sp>
        <p:nvSpPr>
          <p:cNvPr id="14" name="Bildplatzhalter 4">
            <a:extLst>
              <a:ext uri="{FF2B5EF4-FFF2-40B4-BE49-F238E27FC236}">
                <a16:creationId xmlns:a16="http://schemas.microsoft.com/office/drawing/2014/main" id="{AEAEACD7-8D96-0B44-BFB6-604FFAB838B3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1244768" y="5470338"/>
            <a:ext cx="666000" cy="10908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47" r="47"/>
            </a:stretch>
          </a:blipFill>
        </p:spPr>
        <p:txBody>
          <a:bodyPr/>
          <a:lstStyle>
            <a:lvl1pPr marL="0" indent="0">
              <a:buNone/>
              <a:defRPr sz="100" b="0" i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67133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7">
          <p15:clr>
            <a:srgbClr val="FBAE40"/>
          </p15:clr>
        </p15:guide>
        <p15:guide id="2" pos="3545">
          <p15:clr>
            <a:srgbClr val="FBAE40"/>
          </p15:clr>
        </p15:guide>
        <p15:guide id="3" orient="horz" pos="754">
          <p15:clr>
            <a:srgbClr val="FBAE40"/>
          </p15:clr>
        </p15:guide>
        <p15:guide id="4" orient="horz" pos="187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WI_Präsentation // Video kle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feld 9">
            <a:extLst>
              <a:ext uri="{FF2B5EF4-FFF2-40B4-BE49-F238E27FC236}">
                <a16:creationId xmlns:a16="http://schemas.microsoft.com/office/drawing/2014/main" id="{B7D610AA-3D36-484D-8F57-7B53FF0FF4D4}"/>
              </a:ext>
            </a:extLst>
          </p:cNvPr>
          <p:cNvSpPr txBox="1"/>
          <p:nvPr userDrawn="1"/>
        </p:nvSpPr>
        <p:spPr>
          <a:xfrm>
            <a:off x="13298216" y="3780960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err="1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B45547AE-9F51-BC4D-A0C3-AB4FB54A3F3B}"/>
              </a:ext>
            </a:extLst>
          </p:cNvPr>
          <p:cNvSpPr txBox="1"/>
          <p:nvPr userDrawn="1"/>
        </p:nvSpPr>
        <p:spPr>
          <a:xfrm>
            <a:off x="1226976" y="972102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370" err="1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442C040-18F3-0C47-AAF2-E2091A982E69}"/>
              </a:ext>
            </a:extLst>
          </p:cNvPr>
          <p:cNvSpPr txBox="1"/>
          <p:nvPr userDrawn="1"/>
        </p:nvSpPr>
        <p:spPr>
          <a:xfrm>
            <a:off x="-2356645" y="264266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Headline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D001DC8-3FA9-D845-9FBD-B5FBD14A6F2F}"/>
              </a:ext>
            </a:extLst>
          </p:cNvPr>
          <p:cNvSpPr txBox="1"/>
          <p:nvPr userDrawn="1"/>
        </p:nvSpPr>
        <p:spPr>
          <a:xfrm>
            <a:off x="-2356645" y="1149958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Inhalt</a:t>
            </a:r>
          </a:p>
        </p:txBody>
      </p:sp>
      <p:sp>
        <p:nvSpPr>
          <p:cNvPr id="7" name="Medienplatzhalter 6">
            <a:extLst>
              <a:ext uri="{FF2B5EF4-FFF2-40B4-BE49-F238E27FC236}">
                <a16:creationId xmlns:a16="http://schemas.microsoft.com/office/drawing/2014/main" id="{33974690-2F6E-0244-AD72-14E5E6162FC5}"/>
              </a:ext>
            </a:extLst>
          </p:cNvPr>
          <p:cNvSpPr>
            <a:spLocks noGrp="1"/>
          </p:cNvSpPr>
          <p:nvPr>
            <p:ph type="media" sz="quarter" idx="29"/>
          </p:nvPr>
        </p:nvSpPr>
        <p:spPr>
          <a:xfrm>
            <a:off x="334963" y="1196975"/>
            <a:ext cx="10909300" cy="4608513"/>
          </a:xfrm>
          <a:prstGeom prst="rect">
            <a:avLst/>
          </a:prstGeom>
        </p:spPr>
        <p:txBody>
          <a:bodyPr/>
          <a:lstStyle>
            <a:lvl1pPr>
              <a:buNone/>
              <a:defRPr sz="20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FADD80C-69BF-394C-8E09-B1E69D9AF17E}"/>
              </a:ext>
            </a:extLst>
          </p:cNvPr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r>
              <a:rPr lang="de-DE"/>
              <a:t>20. Januar 2021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EE67E46-D097-D54C-821F-7C2BC5595539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r>
              <a:rPr lang="de-DE"/>
              <a:t>Hochschule Karlsruhe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8DFF2F0-219B-604D-8A04-4A0A5184148D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13005BA2-ABF8-0A46-8B15-84F2660EFA6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8" name="Textplatzhalter 2">
            <a:extLst>
              <a:ext uri="{FF2B5EF4-FFF2-40B4-BE49-F238E27FC236}">
                <a16:creationId xmlns:a16="http://schemas.microsoft.com/office/drawing/2014/main" id="{1D391179-124A-2E4C-A47E-01AA82A46CB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4962" y="306002"/>
            <a:ext cx="10909301" cy="89097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000"/>
              </a:lnSpc>
              <a:buNone/>
              <a:defRPr sz="3200" spc="-20" baseline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lnSpc>
                <a:spcPts val="1600"/>
              </a:lnSpc>
              <a:spcBef>
                <a:spcPts val="500"/>
              </a:spcBef>
              <a:buNone/>
              <a:defRPr sz="1800" b="0" i="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0" indent="0">
              <a:lnSpc>
                <a:spcPts val="1400"/>
              </a:lnSpc>
              <a:spcBef>
                <a:spcPts val="500"/>
              </a:spcBef>
              <a:buNone/>
              <a:defRPr sz="145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3pPr>
          </a:lstStyle>
          <a:p>
            <a:pPr lvl="0"/>
            <a:r>
              <a:rPr lang="de-DE"/>
              <a:t>Mastertextformat bearbeiten 32pt / ZA 30pt</a:t>
            </a:r>
          </a:p>
          <a:p>
            <a:pPr lvl="1"/>
            <a:r>
              <a:rPr lang="de-DE"/>
              <a:t>Zweite Ebene 18pt</a:t>
            </a:r>
          </a:p>
          <a:p>
            <a:pPr lvl="2"/>
            <a:r>
              <a:rPr lang="de-DE"/>
              <a:t>Dritte Ebene 14,5pt</a:t>
            </a:r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DF5C4937-7DF5-3A46-8446-1B8FF5195D7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1244769" y="299812"/>
            <a:ext cx="665997" cy="448987"/>
          </a:xfrm>
          <a:prstGeom prst="rect">
            <a:avLst/>
          </a:prstGeom>
        </p:spPr>
      </p:pic>
      <p:sp>
        <p:nvSpPr>
          <p:cNvPr id="20" name="Bildplatzhalter 4">
            <a:extLst>
              <a:ext uri="{FF2B5EF4-FFF2-40B4-BE49-F238E27FC236}">
                <a16:creationId xmlns:a16="http://schemas.microsoft.com/office/drawing/2014/main" id="{0ABBDEC9-1215-9B4F-B197-53867E4A315C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1244768" y="5470338"/>
            <a:ext cx="666000" cy="10908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47" r="47"/>
            </a:stretch>
          </a:blipFill>
        </p:spPr>
        <p:txBody>
          <a:bodyPr/>
          <a:lstStyle>
            <a:lvl1pPr marL="0" indent="0">
              <a:buNone/>
              <a:defRPr sz="100" b="0" i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de-DE"/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745DF88E-4EC0-6741-813B-8096BF27DC3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50000"/>
          </a:blip>
          <a:srcRect/>
          <a:stretch/>
        </p:blipFill>
        <p:spPr>
          <a:xfrm>
            <a:off x="12521185" y="7129"/>
            <a:ext cx="12191997" cy="6843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1815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7">
          <p15:clr>
            <a:srgbClr val="FBAE40"/>
          </p15:clr>
        </p15:guide>
        <p15:guide id="2" pos="3545">
          <p15:clr>
            <a:srgbClr val="FBAE40"/>
          </p15:clr>
        </p15:guide>
        <p15:guide id="3" orient="horz" pos="754">
          <p15:clr>
            <a:srgbClr val="FBAE40"/>
          </p15:clr>
        </p15:guide>
        <p15:guide id="4" orient="horz" pos="187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MT_Präsentation // Cover_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8">
            <a:extLst>
              <a:ext uri="{FF2B5EF4-FFF2-40B4-BE49-F238E27FC236}">
                <a16:creationId xmlns:a16="http://schemas.microsoft.com/office/drawing/2014/main" id="{36ED98AA-1C46-0443-A5FC-11C077AE810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2744789"/>
            <a:ext cx="12192000" cy="367252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20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EBC4D843-9687-5E47-9E23-8DA6E1D2F540}"/>
              </a:ext>
            </a:extLst>
          </p:cNvPr>
          <p:cNvSpPr txBox="1"/>
          <p:nvPr userDrawn="1"/>
        </p:nvSpPr>
        <p:spPr>
          <a:xfrm>
            <a:off x="13298216" y="3780960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err="1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AB4AE916-8FBE-0A48-921A-1DECF82C926C}"/>
              </a:ext>
            </a:extLst>
          </p:cNvPr>
          <p:cNvSpPr txBox="1"/>
          <p:nvPr userDrawn="1"/>
        </p:nvSpPr>
        <p:spPr>
          <a:xfrm>
            <a:off x="543403" y="4065509"/>
            <a:ext cx="8023301" cy="195011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4763"/>
              </a:lnSpc>
            </a:pPr>
            <a:endParaRPr lang="de-DE" sz="4717" b="0" i="0" baseline="0">
              <a:solidFill>
                <a:srgbClr val="E63214"/>
              </a:solidFill>
              <a:latin typeface="Calibri" panose="020F0502020204030204" pitchFamily="34" charset="0"/>
            </a:endParaRPr>
          </a:p>
        </p:txBody>
      </p:sp>
      <p:sp>
        <p:nvSpPr>
          <p:cNvPr id="9" name="Textplatzhalter 11">
            <a:extLst>
              <a:ext uri="{FF2B5EF4-FFF2-40B4-BE49-F238E27FC236}">
                <a16:creationId xmlns:a16="http://schemas.microsoft.com/office/drawing/2014/main" id="{EF3C5B44-AC6E-2D48-924E-3901DAE94B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3044" y="1548000"/>
            <a:ext cx="9601200" cy="1093600"/>
          </a:xfrm>
          <a:prstGeom prst="rect">
            <a:avLst/>
          </a:prstGeom>
        </p:spPr>
        <p:txBody>
          <a:bodyPr vert="horz" lIns="0" tIns="0" rIns="0" bIns="0" anchor="b" anchorCtr="0"/>
          <a:lstStyle>
            <a:lvl1pPr marL="0" indent="0">
              <a:lnSpc>
                <a:spcPts val="4200"/>
              </a:lnSpc>
              <a:spcBef>
                <a:spcPts val="0"/>
              </a:spcBef>
              <a:buFontTx/>
              <a:buNone/>
              <a:defRPr sz="4400" spc="-70" baseline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/>
              <a:t>Willkommen!</a:t>
            </a:r>
          </a:p>
          <a:p>
            <a:pPr lvl="0"/>
            <a:r>
              <a:rPr lang="de-DE"/>
              <a:t>Hier steht die Headline </a:t>
            </a:r>
          </a:p>
        </p:txBody>
      </p:sp>
      <p:sp>
        <p:nvSpPr>
          <p:cNvPr id="10" name="Bildplatzhalter 3">
            <a:extLst>
              <a:ext uri="{FF2B5EF4-FFF2-40B4-BE49-F238E27FC236}">
                <a16:creationId xmlns:a16="http://schemas.microsoft.com/office/drawing/2014/main" id="{63594EE7-6D4C-F342-9549-A73FD626E6D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663200" y="2065732"/>
            <a:ext cx="1355141" cy="222568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47" r="47"/>
            </a:stretch>
          </a:blipFill>
        </p:spPr>
        <p:txBody>
          <a:bodyPr/>
          <a:lstStyle>
            <a:lvl1pPr>
              <a:defRPr sz="10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600A371-89E2-ED47-9691-9E9170B97B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4800" y="6560424"/>
            <a:ext cx="3271937" cy="1023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7" b="0" baseline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/>
              <a:t>Vorname Nachname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0EC0280D-1DC9-4D4F-8C6D-4C387A85644A}"/>
              </a:ext>
            </a:extLst>
          </p:cNvPr>
          <p:cNvSpPr txBox="1"/>
          <p:nvPr userDrawn="1"/>
        </p:nvSpPr>
        <p:spPr>
          <a:xfrm>
            <a:off x="-2356645" y="2343995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Grundlinie Headline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8F7E0B84-5208-5649-A1CA-6D74146EDC74}"/>
              </a:ext>
            </a:extLst>
          </p:cNvPr>
          <p:cNvSpPr txBox="1"/>
          <p:nvPr userDrawn="1"/>
        </p:nvSpPr>
        <p:spPr>
          <a:xfrm>
            <a:off x="-2382169" y="2726620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Bild, K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86480DE9-73A8-2249-BD4A-8C2D2FA63776}"/>
              </a:ext>
            </a:extLst>
          </p:cNvPr>
          <p:cNvSpPr txBox="1"/>
          <p:nvPr userDrawn="1"/>
        </p:nvSpPr>
        <p:spPr>
          <a:xfrm>
            <a:off x="-2382169" y="6296141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Unterkante Bild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F8D9F442-01BB-6F4C-A1FF-816B3394AAE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0000"/>
          </a:blip>
          <a:srcRect/>
          <a:stretch/>
        </p:blipFill>
        <p:spPr>
          <a:xfrm>
            <a:off x="12521184" y="7129"/>
            <a:ext cx="12191999" cy="6843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1377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29" userDrawn="1">
          <p15:clr>
            <a:srgbClr val="FBAE40"/>
          </p15:clr>
        </p15:guide>
        <p15:guide id="3" orient="horz" pos="1570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MT_Präsentation // Cover_V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8">
            <a:extLst>
              <a:ext uri="{FF2B5EF4-FFF2-40B4-BE49-F238E27FC236}">
                <a16:creationId xmlns:a16="http://schemas.microsoft.com/office/drawing/2014/main" id="{36ED98AA-1C46-0443-A5FC-11C077AE810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2744789"/>
            <a:ext cx="12192000" cy="410608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20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EBC4D843-9687-5E47-9E23-8DA6E1D2F540}"/>
              </a:ext>
            </a:extLst>
          </p:cNvPr>
          <p:cNvSpPr txBox="1"/>
          <p:nvPr userDrawn="1"/>
        </p:nvSpPr>
        <p:spPr>
          <a:xfrm>
            <a:off x="13298216" y="3780960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err="1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AB4AE916-8FBE-0A48-921A-1DECF82C926C}"/>
              </a:ext>
            </a:extLst>
          </p:cNvPr>
          <p:cNvSpPr txBox="1"/>
          <p:nvPr userDrawn="1"/>
        </p:nvSpPr>
        <p:spPr>
          <a:xfrm>
            <a:off x="543403" y="4065509"/>
            <a:ext cx="8023301" cy="195011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4763"/>
              </a:lnSpc>
            </a:pPr>
            <a:endParaRPr lang="de-DE" sz="4717" b="0" i="0" baseline="0">
              <a:solidFill>
                <a:srgbClr val="E63214"/>
              </a:solidFill>
              <a:latin typeface="Calibri" panose="020F0502020204030204" pitchFamily="34" charset="0"/>
            </a:endParaRPr>
          </a:p>
        </p:txBody>
      </p:sp>
      <p:sp>
        <p:nvSpPr>
          <p:cNvPr id="9" name="Textplatzhalter 11">
            <a:extLst>
              <a:ext uri="{FF2B5EF4-FFF2-40B4-BE49-F238E27FC236}">
                <a16:creationId xmlns:a16="http://schemas.microsoft.com/office/drawing/2014/main" id="{EF3C5B44-AC6E-2D48-924E-3901DAE94B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3044" y="1548000"/>
            <a:ext cx="9601200" cy="1093600"/>
          </a:xfrm>
          <a:prstGeom prst="rect">
            <a:avLst/>
          </a:prstGeom>
        </p:spPr>
        <p:txBody>
          <a:bodyPr vert="horz" lIns="0" tIns="0" rIns="0" bIns="0" anchor="b" anchorCtr="0"/>
          <a:lstStyle>
            <a:lvl1pPr marL="0" indent="0">
              <a:lnSpc>
                <a:spcPts val="4200"/>
              </a:lnSpc>
              <a:spcBef>
                <a:spcPts val="0"/>
              </a:spcBef>
              <a:buFontTx/>
              <a:buNone/>
              <a:defRPr sz="4400" spc="-70" baseline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/>
              <a:t>Willkommen!</a:t>
            </a:r>
          </a:p>
          <a:p>
            <a:pPr lvl="0"/>
            <a:r>
              <a:rPr lang="de-DE"/>
              <a:t>Hier steht die Headline </a:t>
            </a:r>
          </a:p>
        </p:txBody>
      </p:sp>
      <p:sp>
        <p:nvSpPr>
          <p:cNvPr id="10" name="Bildplatzhalter 3">
            <a:extLst>
              <a:ext uri="{FF2B5EF4-FFF2-40B4-BE49-F238E27FC236}">
                <a16:creationId xmlns:a16="http://schemas.microsoft.com/office/drawing/2014/main" id="{63594EE7-6D4C-F342-9549-A73FD626E6D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663200" y="2065732"/>
            <a:ext cx="1355141" cy="222568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47" r="47"/>
            </a:stretch>
          </a:blipFill>
        </p:spPr>
        <p:txBody>
          <a:bodyPr/>
          <a:lstStyle>
            <a:lvl1pPr>
              <a:defRPr sz="10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0EC0280D-1DC9-4D4F-8C6D-4C387A85644A}"/>
              </a:ext>
            </a:extLst>
          </p:cNvPr>
          <p:cNvSpPr txBox="1"/>
          <p:nvPr userDrawn="1"/>
        </p:nvSpPr>
        <p:spPr>
          <a:xfrm>
            <a:off x="-2356645" y="2343995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Grundlinie Headline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8F7E0B84-5208-5649-A1CA-6D74146EDC74}"/>
              </a:ext>
            </a:extLst>
          </p:cNvPr>
          <p:cNvSpPr txBox="1"/>
          <p:nvPr userDrawn="1"/>
        </p:nvSpPr>
        <p:spPr>
          <a:xfrm>
            <a:off x="-2382169" y="2726620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Bild, K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86480DE9-73A8-2249-BD4A-8C2D2FA63776}"/>
              </a:ext>
            </a:extLst>
          </p:cNvPr>
          <p:cNvSpPr txBox="1"/>
          <p:nvPr userDrawn="1"/>
        </p:nvSpPr>
        <p:spPr>
          <a:xfrm>
            <a:off x="-2382169" y="6296141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Unterkante Bild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F8D9F442-01BB-6F4C-A1FF-816B3394AAE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0000"/>
          </a:blip>
          <a:srcRect/>
          <a:stretch/>
        </p:blipFill>
        <p:spPr>
          <a:xfrm>
            <a:off x="12521185" y="7129"/>
            <a:ext cx="12191997" cy="6843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871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29">
          <p15:clr>
            <a:srgbClr val="FBAE40"/>
          </p15:clr>
        </p15:guide>
        <p15:guide id="3" orient="horz" pos="157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MT_Präsentation // Cover_V3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feld 39">
            <a:extLst>
              <a:ext uri="{FF2B5EF4-FFF2-40B4-BE49-F238E27FC236}">
                <a16:creationId xmlns:a16="http://schemas.microsoft.com/office/drawing/2014/main" id="{B2417DED-3B99-4349-8BA5-D2109765036F}"/>
              </a:ext>
            </a:extLst>
          </p:cNvPr>
          <p:cNvSpPr txBox="1"/>
          <p:nvPr userDrawn="1"/>
        </p:nvSpPr>
        <p:spPr>
          <a:xfrm>
            <a:off x="13298216" y="3780960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err="1"/>
          </a:p>
        </p:txBody>
      </p:sp>
      <p:sp>
        <p:nvSpPr>
          <p:cNvPr id="14" name="Textplatzhalter 11">
            <a:extLst>
              <a:ext uri="{FF2B5EF4-FFF2-40B4-BE49-F238E27FC236}">
                <a16:creationId xmlns:a16="http://schemas.microsoft.com/office/drawing/2014/main" id="{AD848F20-E885-8540-A608-6B6DA063C48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4963" y="1881001"/>
            <a:ext cx="9601200" cy="1488815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lnSpc>
                <a:spcPts val="4200"/>
              </a:lnSpc>
              <a:spcBef>
                <a:spcPts val="0"/>
              </a:spcBef>
              <a:buFontTx/>
              <a:buNone/>
              <a:defRPr sz="4400" spc="-70" baseline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/>
              <a:t>Willkommen!</a:t>
            </a:r>
          </a:p>
          <a:p>
            <a:pPr lvl="0"/>
            <a:r>
              <a:rPr lang="de-DE"/>
              <a:t>Hier steht die Headline </a:t>
            </a:r>
            <a:br>
              <a:rPr lang="de-DE"/>
            </a:br>
            <a:r>
              <a:rPr lang="de-DE"/>
              <a:t>der Präsentation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D9190E2B-E77D-C849-914C-35375BDC90B2}"/>
              </a:ext>
            </a:extLst>
          </p:cNvPr>
          <p:cNvSpPr txBox="1"/>
          <p:nvPr userDrawn="1"/>
        </p:nvSpPr>
        <p:spPr>
          <a:xfrm>
            <a:off x="1063468" y="6629836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370" err="1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0DEA4B71-C0F6-A143-91CD-20DCCAFE1EC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663200" y="1206000"/>
            <a:ext cx="1355294" cy="222568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47" r="47"/>
            </a:stretch>
          </a:blipFill>
        </p:spPr>
        <p:txBody>
          <a:bodyPr/>
          <a:lstStyle>
            <a:lvl1pPr>
              <a:defRPr sz="100" baseline="0">
                <a:solidFill>
                  <a:srgbClr val="D72305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8497CFA3-6340-C34D-B768-F7A95EB4E9C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63200" y="302400"/>
            <a:ext cx="1356360" cy="914400"/>
          </a:xfrm>
          <a:prstGeom prst="rect">
            <a:avLst/>
          </a:prstGeom>
        </p:spPr>
      </p:pic>
      <p:sp>
        <p:nvSpPr>
          <p:cNvPr id="8" name="Textplatzhalter 3">
            <a:extLst>
              <a:ext uri="{FF2B5EF4-FFF2-40B4-BE49-F238E27FC236}">
                <a16:creationId xmlns:a16="http://schemas.microsoft.com/office/drawing/2014/main" id="{C8BD6479-55DD-AC47-9F75-3DCC5AA8DA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4800" y="6560424"/>
            <a:ext cx="3271937" cy="1023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7" b="0" baseline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/>
              <a:t>Vorname Nachname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D9A9E72F-1ACA-F247-8BD4-0C1BBC4CCD82}"/>
              </a:ext>
            </a:extLst>
          </p:cNvPr>
          <p:cNvSpPr txBox="1"/>
          <p:nvPr userDrawn="1"/>
        </p:nvSpPr>
        <p:spPr>
          <a:xfrm>
            <a:off x="-2382169" y="1828971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Headline</a:t>
            </a:r>
          </a:p>
        </p:txBody>
      </p:sp>
      <p:pic>
        <p:nvPicPr>
          <p:cNvPr id="5" name="Grafik 4" descr="Ein Bild, das Text enthält.&#10;&#10;Automatisch generierte Beschreibung">
            <a:extLst>
              <a:ext uri="{FF2B5EF4-FFF2-40B4-BE49-F238E27FC236}">
                <a16:creationId xmlns:a16="http://schemas.microsoft.com/office/drawing/2014/main" id="{F9C5C9DE-460D-3A49-889E-B30613FE6DB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12557760" y="7129"/>
            <a:ext cx="12192000" cy="6843742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AF38B288-F314-D247-B61E-DD5F7516106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34965" y="296863"/>
            <a:ext cx="1737356" cy="967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3370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85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MT_Präsentation // Headline + 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feld 39">
            <a:extLst>
              <a:ext uri="{FF2B5EF4-FFF2-40B4-BE49-F238E27FC236}">
                <a16:creationId xmlns:a16="http://schemas.microsoft.com/office/drawing/2014/main" id="{B2417DED-3B99-4349-8BA5-D2109765036F}"/>
              </a:ext>
            </a:extLst>
          </p:cNvPr>
          <p:cNvSpPr txBox="1"/>
          <p:nvPr userDrawn="1"/>
        </p:nvSpPr>
        <p:spPr>
          <a:xfrm>
            <a:off x="13298216" y="3780960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err="1"/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86E46402-E95E-8E4B-91CE-C6482D95DF0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4960" y="1206001"/>
            <a:ext cx="10909303" cy="4599488"/>
          </a:xfrm>
          <a:prstGeom prst="rect">
            <a:avLst/>
          </a:prstGeom>
        </p:spPr>
        <p:txBody>
          <a:bodyPr lIns="0" tIns="0" rIns="0" bIns="0" numCol="1" spcCol="720000"/>
          <a:lstStyle>
            <a:lvl1pPr marL="0" indent="0">
              <a:lnSpc>
                <a:spcPts val="2100"/>
              </a:lnSpc>
              <a:spcBef>
                <a:spcPts val="1350"/>
              </a:spcBef>
              <a:spcAft>
                <a:spcPts val="0"/>
              </a:spcAft>
              <a:buSzPct val="90000"/>
              <a:buFontTx/>
              <a:buNone/>
              <a:defRPr sz="180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52000" indent="-252000">
              <a:lnSpc>
                <a:spcPts val="2250"/>
              </a:lnSpc>
              <a:spcBef>
                <a:spcPts val="350"/>
              </a:spcBef>
              <a:spcAft>
                <a:spcPts val="200"/>
              </a:spcAft>
              <a:buFontTx/>
              <a:buBlip>
                <a:blip r:embed="rId2"/>
              </a:buBlip>
              <a:defRPr sz="180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504000" indent="-252000">
              <a:lnSpc>
                <a:spcPts val="2250"/>
              </a:lnSpc>
              <a:spcBef>
                <a:spcPts val="350"/>
              </a:spcBef>
              <a:spcAft>
                <a:spcPts val="0"/>
              </a:spcAft>
              <a:buSzPct val="100000"/>
              <a:buFontTx/>
              <a:buBlip>
                <a:blip r:embed="rId2"/>
              </a:buBlip>
              <a:defRPr sz="180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504000" indent="-234000">
              <a:lnSpc>
                <a:spcPts val="2250"/>
              </a:lnSpc>
              <a:spcBef>
                <a:spcPts val="350"/>
              </a:spcBef>
              <a:spcAft>
                <a:spcPts val="0"/>
              </a:spcAft>
              <a:buSzPct val="90000"/>
              <a:buFont typeface="Arial" pitchFamily="2" charset="2"/>
              <a:buChar char="-"/>
              <a:defRPr sz="180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504000" indent="0">
              <a:lnSpc>
                <a:spcPts val="1800"/>
              </a:lnSpc>
              <a:spcBef>
                <a:spcPts val="350"/>
              </a:spcBef>
              <a:spcAft>
                <a:spcPts val="0"/>
              </a:spcAft>
              <a:buNone/>
              <a:defRPr sz="1452" b="0" i="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de-DE"/>
              <a:t>Mastertextformat bearbeiten 18pt</a:t>
            </a:r>
          </a:p>
          <a:p>
            <a:pPr lvl="1"/>
            <a:r>
              <a:rPr lang="de-DE"/>
              <a:t>Zweite Ebene 18pt</a:t>
            </a:r>
          </a:p>
          <a:p>
            <a:pPr lvl="2"/>
            <a:r>
              <a:rPr lang="de-DE"/>
              <a:t>Dritte Ebene 18pt</a:t>
            </a:r>
          </a:p>
          <a:p>
            <a:pPr lvl="3"/>
            <a:r>
              <a:rPr lang="de-DE"/>
              <a:t>Vierte Ebene 18pt</a:t>
            </a:r>
          </a:p>
          <a:p>
            <a:pPr lvl="4"/>
            <a:r>
              <a:rPr lang="de-DE"/>
              <a:t>Fünfte Ebene 14,5pt</a:t>
            </a:r>
          </a:p>
        </p:txBody>
      </p:sp>
      <p:sp>
        <p:nvSpPr>
          <p:cNvPr id="9" name="Textplatzhalter 2">
            <a:extLst>
              <a:ext uri="{FF2B5EF4-FFF2-40B4-BE49-F238E27FC236}">
                <a16:creationId xmlns:a16="http://schemas.microsoft.com/office/drawing/2014/main" id="{901185BA-D52F-D14B-86B3-9443C18925B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4962" y="306002"/>
            <a:ext cx="10909301" cy="89097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000"/>
              </a:lnSpc>
              <a:buNone/>
              <a:defRPr sz="3200" spc="-20" baseline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lnSpc>
                <a:spcPts val="1600"/>
              </a:lnSpc>
              <a:spcBef>
                <a:spcPts val="500"/>
              </a:spcBef>
              <a:buNone/>
              <a:defRPr sz="1800" b="0" i="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0" indent="0">
              <a:lnSpc>
                <a:spcPts val="1400"/>
              </a:lnSpc>
              <a:spcBef>
                <a:spcPts val="500"/>
              </a:spcBef>
              <a:buNone/>
              <a:defRPr sz="145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3pPr>
          </a:lstStyle>
          <a:p>
            <a:pPr lvl="0"/>
            <a:r>
              <a:rPr lang="de-DE"/>
              <a:t>Mastertextformat bearbeiten 32pt / ZA 30pt</a:t>
            </a:r>
          </a:p>
          <a:p>
            <a:pPr lvl="1"/>
            <a:r>
              <a:rPr lang="de-DE"/>
              <a:t>Zweite Ebene 18pt</a:t>
            </a:r>
          </a:p>
          <a:p>
            <a:pPr lvl="2"/>
            <a:r>
              <a:rPr lang="de-DE"/>
              <a:t>Dritte Ebene 14,5pt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D2E72119-490B-1845-9D75-16B134CF87E9}"/>
              </a:ext>
            </a:extLst>
          </p:cNvPr>
          <p:cNvSpPr txBox="1"/>
          <p:nvPr userDrawn="1"/>
        </p:nvSpPr>
        <p:spPr>
          <a:xfrm>
            <a:off x="-2356645" y="264266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Headline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C97E69B1-EE6A-9E46-A114-65ACB3875226}"/>
              </a:ext>
            </a:extLst>
          </p:cNvPr>
          <p:cNvSpPr txBox="1"/>
          <p:nvPr userDrawn="1"/>
        </p:nvSpPr>
        <p:spPr>
          <a:xfrm>
            <a:off x="-2356645" y="1149958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Inhalt</a:t>
            </a:r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D318F462-CCE5-C94F-B170-2AB521F1013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244769" y="299812"/>
            <a:ext cx="665997" cy="448986"/>
          </a:xfrm>
          <a:prstGeom prst="rect">
            <a:avLst/>
          </a:prstGeom>
        </p:spPr>
      </p:pic>
      <p:sp>
        <p:nvSpPr>
          <p:cNvPr id="18" name="Bildplatzhalter 4">
            <a:extLst>
              <a:ext uri="{FF2B5EF4-FFF2-40B4-BE49-F238E27FC236}">
                <a16:creationId xmlns:a16="http://schemas.microsoft.com/office/drawing/2014/main" id="{0C63B4FA-C073-1D44-BD94-A80B4471D60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1244768" y="5470338"/>
            <a:ext cx="666000" cy="10908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47" r="47"/>
            </a:stretch>
          </a:blipFill>
        </p:spPr>
        <p:txBody>
          <a:bodyPr/>
          <a:lstStyle>
            <a:lvl1pPr marL="0" indent="0">
              <a:buNone/>
              <a:defRPr sz="100" b="0" i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de-DE"/>
          </a:p>
        </p:txBody>
      </p:sp>
      <p:pic>
        <p:nvPicPr>
          <p:cNvPr id="5" name="Grafik 4" descr="Ein Bild, das Text enthält.&#10;&#10;Automatisch generierte Beschreibung">
            <a:extLst>
              <a:ext uri="{FF2B5EF4-FFF2-40B4-BE49-F238E27FC236}">
                <a16:creationId xmlns:a16="http://schemas.microsoft.com/office/drawing/2014/main" id="{C872160C-E371-2E42-9471-C2D3D30ED02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12521184" y="7129"/>
            <a:ext cx="12192000" cy="6843742"/>
          </a:xfrm>
          <a:prstGeom prst="rect">
            <a:avLst/>
          </a:prstGeom>
        </p:spPr>
      </p:pic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6AB2C604-EF2B-4241-9B8D-353525CC64B5}"/>
              </a:ext>
            </a:extLst>
          </p:cNvPr>
          <p:cNvSpPr>
            <a:spLocks noGrp="1"/>
          </p:cNvSpPr>
          <p:nvPr>
            <p:ph type="dt" sz="half" idx="27"/>
          </p:nvPr>
        </p:nvSpPr>
        <p:spPr/>
        <p:txBody>
          <a:bodyPr/>
          <a:lstStyle/>
          <a:p>
            <a:r>
              <a:rPr lang="de-DE"/>
              <a:t>20. Januar 2021</a:t>
            </a:r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0536C2A7-C47B-254D-B8A7-9A5F4F781FC8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de-DE"/>
              <a:t>Hochschule Karlsruhe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7CA1E7AB-4DEA-5C4B-BF0E-2A91CF7C83B6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13005BA2-ABF8-0A46-8B15-84F2660EFA6C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93054334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" orient="horz" pos="754" userDrawn="1">
          <p15:clr>
            <a:srgbClr val="FBAE40"/>
          </p15:clr>
        </p15:guide>
        <p15:guide id="2" orient="horz" pos="187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MT_Präsentation // Headline + FT / 2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feld 9">
            <a:extLst>
              <a:ext uri="{FF2B5EF4-FFF2-40B4-BE49-F238E27FC236}">
                <a16:creationId xmlns:a16="http://schemas.microsoft.com/office/drawing/2014/main" id="{B7D610AA-3D36-484D-8F57-7B53FF0FF4D4}"/>
              </a:ext>
            </a:extLst>
          </p:cNvPr>
          <p:cNvSpPr txBox="1"/>
          <p:nvPr userDrawn="1"/>
        </p:nvSpPr>
        <p:spPr>
          <a:xfrm>
            <a:off x="13298216" y="3780960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err="1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0F0FB05-04C2-824E-B783-EC81EB6ADA5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4961" y="1206000"/>
            <a:ext cx="10908000" cy="4599488"/>
          </a:xfrm>
          <a:prstGeom prst="rect">
            <a:avLst/>
          </a:prstGeom>
        </p:spPr>
        <p:txBody>
          <a:bodyPr lIns="0" tIns="0" rIns="0" bIns="0" numCol="2" spcCol="360000"/>
          <a:lstStyle>
            <a:lvl1pPr marL="0" indent="0">
              <a:lnSpc>
                <a:spcPts val="1700"/>
              </a:lnSpc>
              <a:spcBef>
                <a:spcPts val="1200"/>
              </a:spcBef>
              <a:spcAft>
                <a:spcPts val="0"/>
              </a:spcAft>
              <a:buSzPct val="90000"/>
              <a:buFontTx/>
              <a:buNone/>
              <a:defRPr sz="1452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52000" indent="-252000">
              <a:lnSpc>
                <a:spcPts val="1800"/>
              </a:lnSpc>
              <a:spcBef>
                <a:spcPts val="350"/>
              </a:spcBef>
              <a:spcAft>
                <a:spcPts val="200"/>
              </a:spcAft>
              <a:buFontTx/>
              <a:buBlip>
                <a:blip r:embed="rId2"/>
              </a:buBlip>
              <a:defRPr sz="1452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504000" indent="-252000">
              <a:lnSpc>
                <a:spcPts val="1800"/>
              </a:lnSpc>
              <a:spcBef>
                <a:spcPts val="350"/>
              </a:spcBef>
              <a:spcAft>
                <a:spcPts val="0"/>
              </a:spcAft>
              <a:buFontTx/>
              <a:buBlip>
                <a:blip r:embed="rId2"/>
              </a:buBlip>
              <a:defRPr sz="1452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504000" indent="-234000">
              <a:lnSpc>
                <a:spcPts val="1800"/>
              </a:lnSpc>
              <a:spcBef>
                <a:spcPts val="350"/>
              </a:spcBef>
              <a:spcAft>
                <a:spcPts val="0"/>
              </a:spcAft>
              <a:buSzPct val="90000"/>
              <a:buFont typeface="Arial" pitchFamily="2" charset="2"/>
              <a:buChar char="-"/>
              <a:defRPr sz="1452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504000" indent="0">
              <a:lnSpc>
                <a:spcPts val="1800"/>
              </a:lnSpc>
              <a:spcBef>
                <a:spcPts val="500"/>
              </a:spcBef>
              <a:spcAft>
                <a:spcPts val="0"/>
              </a:spcAft>
              <a:buNone/>
              <a:defRPr sz="1450" b="0" i="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de-DE"/>
              <a:t>Mastertextformat bearbeiten 14,5pt</a:t>
            </a:r>
          </a:p>
          <a:p>
            <a:pPr lvl="1"/>
            <a:r>
              <a:rPr lang="de-DE"/>
              <a:t>Zweite Ebene 14,5pt</a:t>
            </a:r>
          </a:p>
          <a:p>
            <a:pPr lvl="2"/>
            <a:r>
              <a:rPr lang="de-DE"/>
              <a:t>Dritte Ebene 14,5pt</a:t>
            </a:r>
          </a:p>
          <a:p>
            <a:pPr lvl="3"/>
            <a:r>
              <a:rPr lang="de-DE"/>
              <a:t>Vierte Ebene 14,5pt</a:t>
            </a:r>
          </a:p>
          <a:p>
            <a:pPr lvl="4"/>
            <a:r>
              <a:rPr lang="de-DE"/>
              <a:t>Fünfte Ebene 14,5pt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B45547AE-9F51-BC4D-A0C3-AB4FB54A3F3B}"/>
              </a:ext>
            </a:extLst>
          </p:cNvPr>
          <p:cNvSpPr txBox="1"/>
          <p:nvPr userDrawn="1"/>
        </p:nvSpPr>
        <p:spPr>
          <a:xfrm>
            <a:off x="1226976" y="972102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370" err="1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442C040-18F3-0C47-AAF2-E2091A982E69}"/>
              </a:ext>
            </a:extLst>
          </p:cNvPr>
          <p:cNvSpPr txBox="1"/>
          <p:nvPr userDrawn="1"/>
        </p:nvSpPr>
        <p:spPr>
          <a:xfrm>
            <a:off x="-2356645" y="264266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Headline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D001DC8-3FA9-D845-9FBD-B5FBD14A6F2F}"/>
              </a:ext>
            </a:extLst>
          </p:cNvPr>
          <p:cNvSpPr txBox="1"/>
          <p:nvPr userDrawn="1"/>
        </p:nvSpPr>
        <p:spPr>
          <a:xfrm>
            <a:off x="-2356645" y="1149958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Inhalt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CB82DBDE-22F0-EA49-8FE1-81FDE3F246C1}"/>
              </a:ext>
            </a:extLst>
          </p:cNvPr>
          <p:cNvSpPr txBox="1"/>
          <p:nvPr userDrawn="1"/>
        </p:nvSpPr>
        <p:spPr>
          <a:xfrm>
            <a:off x="5916613" y="-285042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Linke Kante 2-spaltiger Text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36AAFD6B-6B4E-4244-A5BE-4A87DF41048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0000"/>
          </a:blip>
          <a:srcRect/>
          <a:stretch/>
        </p:blipFill>
        <p:spPr>
          <a:xfrm>
            <a:off x="12521184" y="7129"/>
            <a:ext cx="12191999" cy="6843742"/>
          </a:xfrm>
          <a:prstGeom prst="rect">
            <a:avLst/>
          </a:prstGeom>
        </p:spPr>
      </p:pic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C5E3C4FF-AC9F-F54B-8465-1AC4021BC55E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r>
              <a:rPr lang="de-DE"/>
              <a:t>20. Januar 2021</a:t>
            </a:r>
            <a:endParaRPr lang="de-DE" sz="100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879FB237-7ED6-3346-A8F6-42573391E724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de-DE"/>
              <a:t>Hochschule Karlsruhe</a:t>
            </a:r>
          </a:p>
        </p:txBody>
      </p:sp>
      <p:sp>
        <p:nvSpPr>
          <p:cNvPr id="16" name="Foliennummernplatzhalter 15">
            <a:extLst>
              <a:ext uri="{FF2B5EF4-FFF2-40B4-BE49-F238E27FC236}">
                <a16:creationId xmlns:a16="http://schemas.microsoft.com/office/drawing/2014/main" id="{474AE2D7-E79E-3A47-87A1-AFF2B7575974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13005BA2-ABF8-0A46-8B15-84F2660EFA6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7" name="Textplatzhalter 2">
            <a:extLst>
              <a:ext uri="{FF2B5EF4-FFF2-40B4-BE49-F238E27FC236}">
                <a16:creationId xmlns:a16="http://schemas.microsoft.com/office/drawing/2014/main" id="{AAD67889-1293-ED41-AF2F-6BE684E4815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4962" y="306002"/>
            <a:ext cx="10909301" cy="89097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000"/>
              </a:lnSpc>
              <a:buNone/>
              <a:defRPr sz="3200" spc="-20" baseline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lnSpc>
                <a:spcPts val="1600"/>
              </a:lnSpc>
              <a:spcBef>
                <a:spcPts val="500"/>
              </a:spcBef>
              <a:buNone/>
              <a:defRPr sz="1800" b="0" i="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0" indent="0">
              <a:lnSpc>
                <a:spcPts val="1400"/>
              </a:lnSpc>
              <a:spcBef>
                <a:spcPts val="500"/>
              </a:spcBef>
              <a:buNone/>
              <a:defRPr sz="145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3pPr>
          </a:lstStyle>
          <a:p>
            <a:pPr lvl="0"/>
            <a:r>
              <a:rPr lang="de-DE"/>
              <a:t>Mastertextformat bearbeiten 32pt / ZA 30pt</a:t>
            </a:r>
          </a:p>
          <a:p>
            <a:pPr lvl="1"/>
            <a:r>
              <a:rPr lang="de-DE"/>
              <a:t>Zweite Ebene 18pt</a:t>
            </a:r>
          </a:p>
          <a:p>
            <a:pPr lvl="2"/>
            <a:r>
              <a:rPr lang="de-DE"/>
              <a:t>Dritte Ebene 14,5pt</a:t>
            </a:r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4C47BBE0-2958-B54C-92CA-A77794DE3B6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1244769" y="299812"/>
            <a:ext cx="665997" cy="448986"/>
          </a:xfrm>
          <a:prstGeom prst="rect">
            <a:avLst/>
          </a:prstGeom>
        </p:spPr>
      </p:pic>
      <p:sp>
        <p:nvSpPr>
          <p:cNvPr id="22" name="Bildplatzhalter 4">
            <a:extLst>
              <a:ext uri="{FF2B5EF4-FFF2-40B4-BE49-F238E27FC236}">
                <a16:creationId xmlns:a16="http://schemas.microsoft.com/office/drawing/2014/main" id="{A0D9FB48-6DBE-634D-B186-40432575C26F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1244768" y="5470338"/>
            <a:ext cx="666000" cy="10908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47" r="47"/>
            </a:stretch>
          </a:blipFill>
        </p:spPr>
        <p:txBody>
          <a:bodyPr/>
          <a:lstStyle>
            <a:lvl1pPr marL="0" indent="0">
              <a:buNone/>
              <a:defRPr sz="100" b="0" i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709821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7" userDrawn="1">
          <p15:clr>
            <a:srgbClr val="FBAE40"/>
          </p15:clr>
        </p15:guide>
        <p15:guide id="2" pos="3545" userDrawn="1">
          <p15:clr>
            <a:srgbClr val="FBAE40"/>
          </p15:clr>
        </p15:guide>
        <p15:guide id="3" orient="horz" pos="754" userDrawn="1">
          <p15:clr>
            <a:srgbClr val="FBAE40"/>
          </p15:clr>
        </p15:guide>
        <p15:guide id="4" orient="horz" pos="187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MT_Präsentation // Headline + 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feld 39">
            <a:extLst>
              <a:ext uri="{FF2B5EF4-FFF2-40B4-BE49-F238E27FC236}">
                <a16:creationId xmlns:a16="http://schemas.microsoft.com/office/drawing/2014/main" id="{B2417DED-3B99-4349-8BA5-D2109765036F}"/>
              </a:ext>
            </a:extLst>
          </p:cNvPr>
          <p:cNvSpPr txBox="1"/>
          <p:nvPr userDrawn="1"/>
        </p:nvSpPr>
        <p:spPr>
          <a:xfrm>
            <a:off x="13298216" y="3780960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err="1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EB0D38BF-744C-2647-A960-B16C505A887C}"/>
              </a:ext>
            </a:extLst>
          </p:cNvPr>
          <p:cNvSpPr txBox="1"/>
          <p:nvPr userDrawn="1"/>
        </p:nvSpPr>
        <p:spPr>
          <a:xfrm>
            <a:off x="-2356645" y="264266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Headline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D5F8D2AB-3FDC-2345-99C7-291CBDCB285C}"/>
              </a:ext>
            </a:extLst>
          </p:cNvPr>
          <p:cNvSpPr txBox="1"/>
          <p:nvPr userDrawn="1"/>
        </p:nvSpPr>
        <p:spPr>
          <a:xfrm>
            <a:off x="-2356645" y="1149958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Inhalt</a:t>
            </a:r>
          </a:p>
        </p:txBody>
      </p:sp>
      <p:graphicFrame>
        <p:nvGraphicFramePr>
          <p:cNvPr id="16" name="Tabellenplatzhalter 3">
            <a:extLst>
              <a:ext uri="{FF2B5EF4-FFF2-40B4-BE49-F238E27FC236}">
                <a16:creationId xmlns:a16="http://schemas.microsoft.com/office/drawing/2014/main" id="{8547AEB8-9C30-F74C-BCA7-E98FD69BF063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3030657280"/>
              </p:ext>
            </p:extLst>
          </p:nvPr>
        </p:nvGraphicFramePr>
        <p:xfrm>
          <a:off x="334962" y="1223694"/>
          <a:ext cx="10909300" cy="205056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2181860">
                  <a:extLst>
                    <a:ext uri="{9D8B030D-6E8A-4147-A177-3AD203B41FA5}">
                      <a16:colId xmlns:a16="http://schemas.microsoft.com/office/drawing/2014/main" val="2407453687"/>
                    </a:ext>
                  </a:extLst>
                </a:gridCol>
                <a:gridCol w="2181860">
                  <a:extLst>
                    <a:ext uri="{9D8B030D-6E8A-4147-A177-3AD203B41FA5}">
                      <a16:colId xmlns:a16="http://schemas.microsoft.com/office/drawing/2014/main" val="2035961621"/>
                    </a:ext>
                  </a:extLst>
                </a:gridCol>
                <a:gridCol w="2181860">
                  <a:extLst>
                    <a:ext uri="{9D8B030D-6E8A-4147-A177-3AD203B41FA5}">
                      <a16:colId xmlns:a16="http://schemas.microsoft.com/office/drawing/2014/main" val="2328942624"/>
                    </a:ext>
                  </a:extLst>
                </a:gridCol>
                <a:gridCol w="2181860">
                  <a:extLst>
                    <a:ext uri="{9D8B030D-6E8A-4147-A177-3AD203B41FA5}">
                      <a16:colId xmlns:a16="http://schemas.microsoft.com/office/drawing/2014/main" val="1653075632"/>
                    </a:ext>
                  </a:extLst>
                </a:gridCol>
                <a:gridCol w="2181860">
                  <a:extLst>
                    <a:ext uri="{9D8B030D-6E8A-4147-A177-3AD203B41FA5}">
                      <a16:colId xmlns:a16="http://schemas.microsoft.com/office/drawing/2014/main" val="267688811"/>
                    </a:ext>
                  </a:extLst>
                </a:gridCol>
              </a:tblGrid>
              <a:tr h="313200">
                <a:tc>
                  <a:txBody>
                    <a:bodyPr/>
                    <a:lstStyle/>
                    <a:p>
                      <a:r>
                        <a:rPr lang="de-DE" sz="1450" b="0" i="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Text 1</a:t>
                      </a:r>
                    </a:p>
                  </a:txBody>
                  <a:tcPr marL="121920" marR="12192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50" b="0" i="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Text 2</a:t>
                      </a:r>
                    </a:p>
                  </a:txBody>
                  <a:tcPr marL="121920" marR="12192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50" b="0" i="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Text 3</a:t>
                      </a:r>
                    </a:p>
                  </a:txBody>
                  <a:tcPr marL="121920" marR="12192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50" b="0" i="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Text 4</a:t>
                      </a:r>
                    </a:p>
                  </a:txBody>
                  <a:tcPr marL="121920" marR="12192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50" b="0" i="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Text 5 </a:t>
                      </a:r>
                    </a:p>
                  </a:txBody>
                  <a:tcPr marL="121920" marR="12192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3638116"/>
                  </a:ext>
                </a:extLst>
              </a:tr>
              <a:tr h="273600">
                <a:tc>
                  <a:txBody>
                    <a:bodyPr/>
                    <a:lstStyle/>
                    <a:p>
                      <a:pPr marL="0" marR="0" lvl="0" indent="0" algn="l" defTabSz="9144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b="0" i="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Kopieren Sie bitte diese Tabelle auf die gewünschte Seite und befüllen Sie diese anschließend</a:t>
                      </a:r>
                    </a:p>
                  </a:txBody>
                  <a:tcPr marL="120000" marR="120000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b="0" i="0" baseline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b="0" i="0" baseline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b="0" i="0" baseline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b="0" i="0" baseline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6334606"/>
                  </a:ext>
                </a:extLst>
              </a:tr>
              <a:tr h="273600">
                <a:tc>
                  <a:txBody>
                    <a:bodyPr/>
                    <a:lstStyle/>
                    <a:p>
                      <a:endParaRPr lang="de-DE" sz="1200" b="0" i="0" baseline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b="0" i="0" baseline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b="0" i="0" baseline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b="0" i="0" baseline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b="0" i="0" baseline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1083416"/>
                  </a:ext>
                </a:extLst>
              </a:tr>
              <a:tr h="273600">
                <a:tc>
                  <a:txBody>
                    <a:bodyPr/>
                    <a:lstStyle/>
                    <a:p>
                      <a:endParaRPr lang="de-DE" sz="1200" b="0" i="0" baseline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b="0" i="0" baseline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b="0" i="0" baseline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b="0" i="0" baseline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b="0" i="0" baseline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044271"/>
                  </a:ext>
                </a:extLst>
              </a:tr>
              <a:tr h="273600">
                <a:tc>
                  <a:txBody>
                    <a:bodyPr/>
                    <a:lstStyle/>
                    <a:p>
                      <a:endParaRPr lang="de-DE" sz="1200" b="0" i="0" baseline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b="0" i="0" baseline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b="0" i="0" baseline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b="0" i="0" baseline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b="0" i="0" baseline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7130585"/>
                  </a:ext>
                </a:extLst>
              </a:tr>
              <a:tr h="273600">
                <a:tc>
                  <a:txBody>
                    <a:bodyPr/>
                    <a:lstStyle/>
                    <a:p>
                      <a:endParaRPr lang="de-DE" sz="1200" b="0" i="0" baseline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b="0" i="0" baseline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b="0" i="0" baseline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b="0" i="0" baseline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b="0" i="0" baseline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448792"/>
                  </a:ext>
                </a:extLst>
              </a:tr>
            </a:tbl>
          </a:graphicData>
        </a:graphic>
      </p:graphicFrame>
      <p:sp>
        <p:nvSpPr>
          <p:cNvPr id="18" name="Textplatzhalter 4">
            <a:extLst>
              <a:ext uri="{FF2B5EF4-FFF2-40B4-BE49-F238E27FC236}">
                <a16:creationId xmlns:a16="http://schemas.microsoft.com/office/drawing/2014/main" id="{6A71D293-D3EB-7149-8C21-21F0D236959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34800" y="5886899"/>
            <a:ext cx="10608733" cy="97976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sz="77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/>
              <a:t>Hier kommt die Quelle/Legende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229D2C92-F854-9545-923A-93B7916AD0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rcRect/>
          <a:stretch/>
        </p:blipFill>
        <p:spPr>
          <a:xfrm>
            <a:off x="12521184" y="7129"/>
            <a:ext cx="12191999" cy="6843741"/>
          </a:xfrm>
          <a:prstGeom prst="rect">
            <a:avLst/>
          </a:prstGeom>
        </p:spPr>
      </p:pic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ACCCF20-7C7E-1A46-AA50-89130936CD2A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r>
              <a:rPr lang="de-DE"/>
              <a:t>20. Januar 2021</a:t>
            </a:r>
            <a:endParaRPr lang="de-DE" sz="100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574FDB5-0976-474B-8851-9D4A33AD64EF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r>
              <a:rPr lang="de-DE"/>
              <a:t>Hochschule Karlsruhe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72A8FAD-934D-2B42-8C2C-1923D097BC3E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13005BA2-ABF8-0A46-8B15-84F2660EFA6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5" name="Textplatzhalter 2">
            <a:extLst>
              <a:ext uri="{FF2B5EF4-FFF2-40B4-BE49-F238E27FC236}">
                <a16:creationId xmlns:a16="http://schemas.microsoft.com/office/drawing/2014/main" id="{0DB07685-E6B4-5E41-AA73-041CFF227EB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4962" y="306002"/>
            <a:ext cx="10909301" cy="89097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000"/>
              </a:lnSpc>
              <a:buNone/>
              <a:defRPr sz="3200" spc="-20" baseline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lnSpc>
                <a:spcPts val="1600"/>
              </a:lnSpc>
              <a:spcBef>
                <a:spcPts val="500"/>
              </a:spcBef>
              <a:buNone/>
              <a:defRPr sz="1800" b="0" i="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0" indent="0">
              <a:lnSpc>
                <a:spcPts val="1400"/>
              </a:lnSpc>
              <a:spcBef>
                <a:spcPts val="500"/>
              </a:spcBef>
              <a:buNone/>
              <a:defRPr sz="145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3pPr>
          </a:lstStyle>
          <a:p>
            <a:pPr lvl="0"/>
            <a:r>
              <a:rPr lang="de-DE"/>
              <a:t>Mastertextformat bearbeiten 32pt / ZA 30pt</a:t>
            </a:r>
          </a:p>
          <a:p>
            <a:pPr lvl="1"/>
            <a:r>
              <a:rPr lang="de-DE"/>
              <a:t>Zweite Ebene 18pt</a:t>
            </a:r>
          </a:p>
          <a:p>
            <a:pPr lvl="2"/>
            <a:r>
              <a:rPr lang="de-DE"/>
              <a:t>Dritte Ebene 14,5pt</a:t>
            </a:r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97A00F15-E7DE-3D4C-9333-B5BB48AB417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244769" y="299812"/>
            <a:ext cx="665997" cy="448986"/>
          </a:xfrm>
          <a:prstGeom prst="rect">
            <a:avLst/>
          </a:prstGeom>
        </p:spPr>
      </p:pic>
      <p:sp>
        <p:nvSpPr>
          <p:cNvPr id="21" name="Bildplatzhalter 4">
            <a:extLst>
              <a:ext uri="{FF2B5EF4-FFF2-40B4-BE49-F238E27FC236}">
                <a16:creationId xmlns:a16="http://schemas.microsoft.com/office/drawing/2014/main" id="{74C0A6CA-28D0-A749-95FC-15B7AB099BC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1244768" y="5470338"/>
            <a:ext cx="666000" cy="10908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47" r="47"/>
            </a:stretch>
          </a:blipFill>
        </p:spPr>
        <p:txBody>
          <a:bodyPr/>
          <a:lstStyle>
            <a:lvl1pPr marL="0" indent="0">
              <a:buNone/>
              <a:defRPr sz="100" b="0" i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475472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 userDrawn="1">
          <p15:clr>
            <a:srgbClr val="FBAE40"/>
          </p15:clr>
        </p15:guide>
        <p15:guide id="2" orient="horz" pos="187" userDrawn="1">
          <p15:clr>
            <a:srgbClr val="FBAE40"/>
          </p15:clr>
        </p15:guide>
        <p15:guide id="3" orient="horz" pos="3770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MT_Präsentation // Organigramm 3 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feld 39">
            <a:extLst>
              <a:ext uri="{FF2B5EF4-FFF2-40B4-BE49-F238E27FC236}">
                <a16:creationId xmlns:a16="http://schemas.microsoft.com/office/drawing/2014/main" id="{B2417DED-3B99-4349-8BA5-D2109765036F}"/>
              </a:ext>
            </a:extLst>
          </p:cNvPr>
          <p:cNvSpPr txBox="1"/>
          <p:nvPr userDrawn="1"/>
        </p:nvSpPr>
        <p:spPr>
          <a:xfrm>
            <a:off x="13298216" y="3780960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err="1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EB0D38BF-744C-2647-A960-B16C505A887C}"/>
              </a:ext>
            </a:extLst>
          </p:cNvPr>
          <p:cNvSpPr txBox="1"/>
          <p:nvPr userDrawn="1"/>
        </p:nvSpPr>
        <p:spPr>
          <a:xfrm>
            <a:off x="-2356645" y="264266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Headline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D5F8D2AB-3FDC-2345-99C7-291CBDCB285C}"/>
              </a:ext>
            </a:extLst>
          </p:cNvPr>
          <p:cNvSpPr txBox="1"/>
          <p:nvPr userDrawn="1"/>
        </p:nvSpPr>
        <p:spPr>
          <a:xfrm>
            <a:off x="-2356645" y="1149958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Inhalt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D966BBF-D8B8-7B4D-BF9D-72B40D878F23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334800" y="6429600"/>
            <a:ext cx="2742936" cy="97976"/>
          </a:xfrm>
          <a:prstGeom prst="rect">
            <a:avLst/>
          </a:prstGeom>
        </p:spPr>
        <p:txBody>
          <a:bodyPr/>
          <a:lstStyle/>
          <a:p>
            <a:fld id="{13005BA2-ABF8-0A46-8B15-84F2660EFA6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7" name="Textplatzhalter 4">
            <a:extLst>
              <a:ext uri="{FF2B5EF4-FFF2-40B4-BE49-F238E27FC236}">
                <a16:creationId xmlns:a16="http://schemas.microsoft.com/office/drawing/2014/main" id="{49EF7359-9E2B-F744-8DAD-214E09ED75D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34800" y="5886899"/>
            <a:ext cx="10608733" cy="97976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sz="77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/>
              <a:t>Hier kommt die Quelle/Legende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61AF4062-03E6-2047-8BC7-38683BFB29F9}"/>
              </a:ext>
            </a:extLst>
          </p:cNvPr>
          <p:cNvSpPr/>
          <p:nvPr userDrawn="1"/>
        </p:nvSpPr>
        <p:spPr>
          <a:xfrm flipV="1">
            <a:off x="4043863" y="-311575"/>
            <a:ext cx="3492000" cy="4941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370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255B160F-37BC-7F45-9C7C-5382F7E693D9}"/>
              </a:ext>
            </a:extLst>
          </p:cNvPr>
          <p:cNvSpPr/>
          <p:nvPr userDrawn="1"/>
        </p:nvSpPr>
        <p:spPr>
          <a:xfrm flipV="1">
            <a:off x="7751763" y="-311575"/>
            <a:ext cx="3492000" cy="457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370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46DF377B-B249-9A49-BCCB-B92E402581A5}"/>
              </a:ext>
            </a:extLst>
          </p:cNvPr>
          <p:cNvSpPr/>
          <p:nvPr userDrawn="1"/>
        </p:nvSpPr>
        <p:spPr>
          <a:xfrm flipV="1">
            <a:off x="333149" y="-311575"/>
            <a:ext cx="3492000" cy="457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37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1A01861-E3E5-2942-82A8-EF942FCBCDA3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r>
              <a:rPr lang="de-DE"/>
              <a:t>Hochschule Karlsruhe</a:t>
            </a:r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1F4462D4-CE42-1443-AB8A-478C2CA35B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rcRect/>
          <a:stretch/>
        </p:blipFill>
        <p:spPr>
          <a:xfrm>
            <a:off x="12521184" y="7129"/>
            <a:ext cx="12191999" cy="6843741"/>
          </a:xfrm>
          <a:prstGeom prst="rect">
            <a:avLst/>
          </a:prstGeom>
        </p:spPr>
      </p:pic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50B5E35-EA0F-7F44-9443-E548EA3B39D6}"/>
              </a:ext>
            </a:extLst>
          </p:cNvPr>
          <p:cNvSpPr>
            <a:spLocks noGrp="1"/>
          </p:cNvSpPr>
          <p:nvPr>
            <p:ph type="dt" sz="half" idx="33"/>
          </p:nvPr>
        </p:nvSpPr>
        <p:spPr/>
        <p:txBody>
          <a:bodyPr/>
          <a:lstStyle/>
          <a:p>
            <a:r>
              <a:rPr lang="de-DE"/>
              <a:t>20. Januar 2021</a:t>
            </a:r>
            <a:endParaRPr lang="de-DE" sz="1000"/>
          </a:p>
        </p:txBody>
      </p:sp>
      <p:sp>
        <p:nvSpPr>
          <p:cNvPr id="22" name="Textplatzhalter 2">
            <a:extLst>
              <a:ext uri="{FF2B5EF4-FFF2-40B4-BE49-F238E27FC236}">
                <a16:creationId xmlns:a16="http://schemas.microsoft.com/office/drawing/2014/main" id="{184D7E11-A3DD-D949-8E09-0C9A3EA966D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4962" y="306002"/>
            <a:ext cx="10909301" cy="89097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000"/>
              </a:lnSpc>
              <a:buNone/>
              <a:defRPr sz="3200" spc="-20" baseline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lnSpc>
                <a:spcPts val="1600"/>
              </a:lnSpc>
              <a:spcBef>
                <a:spcPts val="500"/>
              </a:spcBef>
              <a:buNone/>
              <a:defRPr sz="1800" b="0" i="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0" indent="0">
              <a:lnSpc>
                <a:spcPts val="1400"/>
              </a:lnSpc>
              <a:spcBef>
                <a:spcPts val="500"/>
              </a:spcBef>
              <a:buNone/>
              <a:defRPr sz="145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3pPr>
          </a:lstStyle>
          <a:p>
            <a:pPr lvl="0"/>
            <a:r>
              <a:rPr lang="de-DE"/>
              <a:t>Mastertextformat bearbeiten 32pt / ZA 30pt</a:t>
            </a:r>
          </a:p>
          <a:p>
            <a:pPr lvl="1"/>
            <a:r>
              <a:rPr lang="de-DE"/>
              <a:t>Zweite Ebene 18pt</a:t>
            </a:r>
          </a:p>
          <a:p>
            <a:pPr lvl="2"/>
            <a:r>
              <a:rPr lang="de-DE"/>
              <a:t>Dritte Ebene 14,5pt</a:t>
            </a:r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306BB9E4-8410-CF4C-BC95-9F8E12F0558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244769" y="299812"/>
            <a:ext cx="665997" cy="448986"/>
          </a:xfrm>
          <a:prstGeom prst="rect">
            <a:avLst/>
          </a:prstGeom>
        </p:spPr>
      </p:pic>
      <p:sp>
        <p:nvSpPr>
          <p:cNvPr id="25" name="Bildplatzhalter 4">
            <a:extLst>
              <a:ext uri="{FF2B5EF4-FFF2-40B4-BE49-F238E27FC236}">
                <a16:creationId xmlns:a16="http://schemas.microsoft.com/office/drawing/2014/main" id="{B294D36A-65D1-7A4A-B44E-81334D5833B6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11244768" y="5470338"/>
            <a:ext cx="666000" cy="10908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47" r="47"/>
            </a:stretch>
          </a:blipFill>
        </p:spPr>
        <p:txBody>
          <a:bodyPr/>
          <a:lstStyle>
            <a:lvl1pPr marL="0" indent="0">
              <a:buNone/>
              <a:defRPr sz="100" b="0" i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200614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 userDrawn="1">
          <p15:clr>
            <a:srgbClr val="FBAE40"/>
          </p15:clr>
        </p15:guide>
        <p15:guide id="2" orient="horz" pos="187" userDrawn="1">
          <p15:clr>
            <a:srgbClr val="FBAE40"/>
          </p15:clr>
        </p15:guide>
        <p15:guide id="3" pos="2547" userDrawn="1">
          <p15:clr>
            <a:srgbClr val="FBAE40"/>
          </p15:clr>
        </p15:guide>
        <p15:guide id="4" pos="2411" userDrawn="1">
          <p15:clr>
            <a:srgbClr val="FBAE40"/>
          </p15:clr>
        </p15:guide>
        <p15:guide id="6" pos="4883" userDrawn="1">
          <p15:clr>
            <a:srgbClr val="FBAE40"/>
          </p15:clr>
        </p15:guide>
        <p15:guide id="8" pos="4747" userDrawn="1">
          <p15:clr>
            <a:srgbClr val="FBAE40"/>
          </p15:clr>
        </p15:guide>
        <p15:guide id="9" orient="horz" pos="3770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MT_Präsentation // Organigramm 4 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feld 39">
            <a:extLst>
              <a:ext uri="{FF2B5EF4-FFF2-40B4-BE49-F238E27FC236}">
                <a16:creationId xmlns:a16="http://schemas.microsoft.com/office/drawing/2014/main" id="{B2417DED-3B99-4349-8BA5-D2109765036F}"/>
              </a:ext>
            </a:extLst>
          </p:cNvPr>
          <p:cNvSpPr txBox="1"/>
          <p:nvPr userDrawn="1"/>
        </p:nvSpPr>
        <p:spPr>
          <a:xfrm>
            <a:off x="13298216" y="3780960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err="1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EB0D38BF-744C-2647-A960-B16C505A887C}"/>
              </a:ext>
            </a:extLst>
          </p:cNvPr>
          <p:cNvSpPr txBox="1"/>
          <p:nvPr userDrawn="1"/>
        </p:nvSpPr>
        <p:spPr>
          <a:xfrm>
            <a:off x="-2356645" y="264266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Headline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D5F8D2AB-3FDC-2345-99C7-291CBDCB285C}"/>
              </a:ext>
            </a:extLst>
          </p:cNvPr>
          <p:cNvSpPr txBox="1"/>
          <p:nvPr userDrawn="1"/>
        </p:nvSpPr>
        <p:spPr>
          <a:xfrm>
            <a:off x="-2356645" y="1149958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Inhalt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55BD758-F599-D943-8D6B-A2B167C14F7F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334962" y="6429600"/>
            <a:ext cx="2742936" cy="97976"/>
          </a:xfrm>
          <a:prstGeom prst="rect">
            <a:avLst/>
          </a:prstGeom>
        </p:spPr>
        <p:txBody>
          <a:bodyPr/>
          <a:lstStyle/>
          <a:p>
            <a:fld id="{13005BA2-ABF8-0A46-8B15-84F2660EFA6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23" name="Textplatzhalter 4">
            <a:extLst>
              <a:ext uri="{FF2B5EF4-FFF2-40B4-BE49-F238E27FC236}">
                <a16:creationId xmlns:a16="http://schemas.microsoft.com/office/drawing/2014/main" id="{DF7B0D80-71B2-9948-A1B5-99CCBB2A39C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34800" y="5886899"/>
            <a:ext cx="10596171" cy="97976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sz="77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/>
              <a:t>Hier kommt die Quelle/Legende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D6DFB93E-C9FB-2F4F-A89E-2D3DD151F181}"/>
              </a:ext>
            </a:extLst>
          </p:cNvPr>
          <p:cNvSpPr/>
          <p:nvPr userDrawn="1"/>
        </p:nvSpPr>
        <p:spPr>
          <a:xfrm>
            <a:off x="334961" y="-485017"/>
            <a:ext cx="2520728" cy="45719"/>
          </a:xfrm>
          <a:prstGeom prst="rect">
            <a:avLst/>
          </a:prstGeom>
          <a:solidFill>
            <a:schemeClr val="accent5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16">
              <a:solidFill>
                <a:schemeClr val="accent6"/>
              </a:solidFill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4B92E84A-B8AE-D145-8A3D-BE68A470188C}"/>
              </a:ext>
            </a:extLst>
          </p:cNvPr>
          <p:cNvSpPr/>
          <p:nvPr userDrawn="1"/>
        </p:nvSpPr>
        <p:spPr>
          <a:xfrm>
            <a:off x="3106960" y="-485017"/>
            <a:ext cx="2520728" cy="45719"/>
          </a:xfrm>
          <a:prstGeom prst="rect">
            <a:avLst/>
          </a:prstGeom>
          <a:solidFill>
            <a:schemeClr val="accent5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16">
              <a:solidFill>
                <a:schemeClr val="accent6"/>
              </a:solidFill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D522A928-7DD6-974E-B52D-723031A7AB79}"/>
              </a:ext>
            </a:extLst>
          </p:cNvPr>
          <p:cNvSpPr/>
          <p:nvPr userDrawn="1"/>
        </p:nvSpPr>
        <p:spPr>
          <a:xfrm>
            <a:off x="5880100" y="-484663"/>
            <a:ext cx="2520728" cy="45719"/>
          </a:xfrm>
          <a:prstGeom prst="rect">
            <a:avLst/>
          </a:prstGeom>
          <a:solidFill>
            <a:schemeClr val="accent5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16">
              <a:solidFill>
                <a:schemeClr val="accent6"/>
              </a:solidFill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C4342483-9666-B94F-AD79-E111B0931C48}"/>
              </a:ext>
            </a:extLst>
          </p:cNvPr>
          <p:cNvSpPr/>
          <p:nvPr userDrawn="1"/>
        </p:nvSpPr>
        <p:spPr>
          <a:xfrm>
            <a:off x="8653780" y="-484663"/>
            <a:ext cx="2520728" cy="45719"/>
          </a:xfrm>
          <a:prstGeom prst="rect">
            <a:avLst/>
          </a:prstGeom>
          <a:solidFill>
            <a:schemeClr val="accent5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16">
              <a:solidFill>
                <a:schemeClr val="accent6"/>
              </a:solidFill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7038A97-D27D-B642-B2FD-9744821A9531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r>
              <a:rPr lang="de-DE"/>
              <a:t>Hochschule Karlsruhe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6486DB35-28E9-BE46-A048-216C462840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rcRect/>
          <a:stretch/>
        </p:blipFill>
        <p:spPr>
          <a:xfrm>
            <a:off x="12521184" y="7129"/>
            <a:ext cx="12191999" cy="6843741"/>
          </a:xfrm>
          <a:prstGeom prst="rect">
            <a:avLst/>
          </a:prstGeom>
        </p:spPr>
      </p:pic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9335B3D-A935-7941-BAFB-C7A98F057C47}"/>
              </a:ext>
            </a:extLst>
          </p:cNvPr>
          <p:cNvSpPr>
            <a:spLocks noGrp="1"/>
          </p:cNvSpPr>
          <p:nvPr>
            <p:ph type="dt" sz="half" idx="33"/>
          </p:nvPr>
        </p:nvSpPr>
        <p:spPr/>
        <p:txBody>
          <a:bodyPr/>
          <a:lstStyle/>
          <a:p>
            <a:r>
              <a:rPr lang="de-DE"/>
              <a:t>20. Januar 2021</a:t>
            </a:r>
            <a:endParaRPr lang="de-DE" sz="1000"/>
          </a:p>
        </p:txBody>
      </p:sp>
      <p:sp>
        <p:nvSpPr>
          <p:cNvPr id="21" name="Textplatzhalter 2">
            <a:extLst>
              <a:ext uri="{FF2B5EF4-FFF2-40B4-BE49-F238E27FC236}">
                <a16:creationId xmlns:a16="http://schemas.microsoft.com/office/drawing/2014/main" id="{58EC8B0F-9FE3-924D-BEE3-32BD1A41639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4962" y="306002"/>
            <a:ext cx="10909301" cy="89097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000"/>
              </a:lnSpc>
              <a:buNone/>
              <a:defRPr sz="3200" spc="-20" baseline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lnSpc>
                <a:spcPts val="1600"/>
              </a:lnSpc>
              <a:spcBef>
                <a:spcPts val="500"/>
              </a:spcBef>
              <a:buNone/>
              <a:defRPr sz="1800" b="0" i="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0" indent="0">
              <a:lnSpc>
                <a:spcPts val="1400"/>
              </a:lnSpc>
              <a:spcBef>
                <a:spcPts val="500"/>
              </a:spcBef>
              <a:buNone/>
              <a:defRPr sz="145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3pPr>
          </a:lstStyle>
          <a:p>
            <a:pPr lvl="0"/>
            <a:r>
              <a:rPr lang="de-DE"/>
              <a:t>Mastertextformat bearbeiten 32pt / ZA 30pt</a:t>
            </a:r>
          </a:p>
          <a:p>
            <a:pPr lvl="1"/>
            <a:r>
              <a:rPr lang="de-DE"/>
              <a:t>Zweite Ebene 18pt</a:t>
            </a:r>
          </a:p>
          <a:p>
            <a:pPr lvl="2"/>
            <a:r>
              <a:rPr lang="de-DE"/>
              <a:t>Dritte Ebene 14,5pt</a:t>
            </a:r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FBA120F4-9C32-9145-87E0-FF751658910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244769" y="299812"/>
            <a:ext cx="665997" cy="448986"/>
          </a:xfrm>
          <a:prstGeom prst="rect">
            <a:avLst/>
          </a:prstGeom>
        </p:spPr>
      </p:pic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630DE8FB-031C-8B47-9B34-C2643B033B5A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11244768" y="5470338"/>
            <a:ext cx="666000" cy="10908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47" r="47"/>
            </a:stretch>
          </a:blipFill>
        </p:spPr>
        <p:txBody>
          <a:bodyPr/>
          <a:lstStyle>
            <a:lvl1pPr marL="0" indent="0">
              <a:buNone/>
              <a:defRPr sz="100" b="0" i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791622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 userDrawn="1">
          <p15:clr>
            <a:srgbClr val="FBAE40"/>
          </p15:clr>
        </p15:guide>
        <p15:guide id="2" orient="horz" pos="187" userDrawn="1">
          <p15:clr>
            <a:srgbClr val="FBAE40"/>
          </p15:clr>
        </p15:guide>
        <p15:guide id="3" pos="3545" userDrawn="1">
          <p15:clr>
            <a:srgbClr val="FBAE40"/>
          </p15:clr>
        </p15:guide>
        <p15:guide id="4" pos="1958" userDrawn="1">
          <p15:clr>
            <a:srgbClr val="FBAE40"/>
          </p15:clr>
        </p15:guide>
        <p15:guide id="9" pos="3704" userDrawn="1">
          <p15:clr>
            <a:srgbClr val="FBAE40"/>
          </p15:clr>
        </p15:guide>
        <p15:guide id="10" pos="1799" userDrawn="1">
          <p15:clr>
            <a:srgbClr val="FBAE40"/>
          </p15:clr>
        </p15:guide>
        <p15:guide id="11" pos="5292" userDrawn="1">
          <p15:clr>
            <a:srgbClr val="FBAE40"/>
          </p15:clr>
        </p15:guide>
        <p15:guide id="12" pos="5450" userDrawn="1">
          <p15:clr>
            <a:srgbClr val="FBAE40"/>
          </p15:clr>
        </p15:guide>
        <p15:guide id="13" orient="horz" pos="3770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MT_Präsentation // Organigramm 5 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feld 39">
            <a:extLst>
              <a:ext uri="{FF2B5EF4-FFF2-40B4-BE49-F238E27FC236}">
                <a16:creationId xmlns:a16="http://schemas.microsoft.com/office/drawing/2014/main" id="{B2417DED-3B99-4349-8BA5-D2109765036F}"/>
              </a:ext>
            </a:extLst>
          </p:cNvPr>
          <p:cNvSpPr txBox="1"/>
          <p:nvPr userDrawn="1"/>
        </p:nvSpPr>
        <p:spPr>
          <a:xfrm>
            <a:off x="13298216" y="3780960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err="1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EB0D38BF-744C-2647-A960-B16C505A887C}"/>
              </a:ext>
            </a:extLst>
          </p:cNvPr>
          <p:cNvSpPr txBox="1"/>
          <p:nvPr userDrawn="1"/>
        </p:nvSpPr>
        <p:spPr>
          <a:xfrm>
            <a:off x="-2356645" y="264266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Headline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D5F8D2AB-3FDC-2345-99C7-291CBDCB285C}"/>
              </a:ext>
            </a:extLst>
          </p:cNvPr>
          <p:cNvSpPr txBox="1"/>
          <p:nvPr userDrawn="1"/>
        </p:nvSpPr>
        <p:spPr>
          <a:xfrm>
            <a:off x="-2356645" y="1149958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Inhalt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B824E6A8-E759-6244-8A14-22EACE3B05AC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334962" y="6429600"/>
            <a:ext cx="2742936" cy="97976"/>
          </a:xfrm>
          <a:prstGeom prst="rect">
            <a:avLst/>
          </a:prstGeom>
        </p:spPr>
        <p:txBody>
          <a:bodyPr/>
          <a:lstStyle/>
          <a:p>
            <a:fld id="{13005BA2-ABF8-0A46-8B15-84F2660EFA6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9" name="Textplatzhalter 4">
            <a:extLst>
              <a:ext uri="{FF2B5EF4-FFF2-40B4-BE49-F238E27FC236}">
                <a16:creationId xmlns:a16="http://schemas.microsoft.com/office/drawing/2014/main" id="{3B3AD157-3097-B94B-8B4F-93D92D84DAD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34800" y="5886899"/>
            <a:ext cx="10608733" cy="97976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sz="77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/>
              <a:t>Hier kommt die Quelle/Legende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A0AD0E32-CD37-B242-A293-35D876572343}"/>
              </a:ext>
            </a:extLst>
          </p:cNvPr>
          <p:cNvSpPr/>
          <p:nvPr userDrawn="1"/>
        </p:nvSpPr>
        <p:spPr>
          <a:xfrm>
            <a:off x="334960" y="-744620"/>
            <a:ext cx="1980000" cy="457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16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ED4B0FFD-9D36-4E4C-996B-32AAEF3540FC}"/>
              </a:ext>
            </a:extLst>
          </p:cNvPr>
          <p:cNvSpPr/>
          <p:nvPr userDrawn="1"/>
        </p:nvSpPr>
        <p:spPr>
          <a:xfrm>
            <a:off x="2566988" y="-749506"/>
            <a:ext cx="1980000" cy="457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16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E47BBFDB-6C37-7E43-8398-293C6D67AA98}"/>
              </a:ext>
            </a:extLst>
          </p:cNvPr>
          <p:cNvSpPr/>
          <p:nvPr userDrawn="1"/>
        </p:nvSpPr>
        <p:spPr>
          <a:xfrm>
            <a:off x="4806421" y="-751469"/>
            <a:ext cx="1980000" cy="457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16"/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BCEC317E-12E9-EA45-A2D8-9A472B7A3B94}"/>
              </a:ext>
            </a:extLst>
          </p:cNvPr>
          <p:cNvSpPr/>
          <p:nvPr userDrawn="1"/>
        </p:nvSpPr>
        <p:spPr>
          <a:xfrm>
            <a:off x="7037387" y="-751469"/>
            <a:ext cx="1980000" cy="457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16"/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51C6CBEE-1464-424E-BCF5-E682120A6AD1}"/>
              </a:ext>
            </a:extLst>
          </p:cNvPr>
          <p:cNvSpPr/>
          <p:nvPr userDrawn="1"/>
        </p:nvSpPr>
        <p:spPr>
          <a:xfrm>
            <a:off x="9264120" y="-744619"/>
            <a:ext cx="1980000" cy="457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16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02CE312-C013-B944-847C-B7BC52DDF786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r>
              <a:rPr lang="de-DE"/>
              <a:t>Hochschule Karlsruhe</a:t>
            </a:r>
          </a:p>
        </p:txBody>
      </p:sp>
      <p:pic>
        <p:nvPicPr>
          <p:cNvPr id="23" name="Grafik 22">
            <a:extLst>
              <a:ext uri="{FF2B5EF4-FFF2-40B4-BE49-F238E27FC236}">
                <a16:creationId xmlns:a16="http://schemas.microsoft.com/office/drawing/2014/main" id="{D09695DD-E40F-FD4A-8C91-617AB5806E7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rcRect/>
          <a:stretch/>
        </p:blipFill>
        <p:spPr>
          <a:xfrm>
            <a:off x="12521184" y="7129"/>
            <a:ext cx="12191999" cy="6843741"/>
          </a:xfrm>
          <a:prstGeom prst="rect">
            <a:avLst/>
          </a:prstGeom>
        </p:spPr>
      </p:pic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96A7003-49E0-2846-9672-C857D8C45E91}"/>
              </a:ext>
            </a:extLst>
          </p:cNvPr>
          <p:cNvSpPr>
            <a:spLocks noGrp="1"/>
          </p:cNvSpPr>
          <p:nvPr>
            <p:ph type="dt" sz="half" idx="33"/>
          </p:nvPr>
        </p:nvSpPr>
        <p:spPr/>
        <p:txBody>
          <a:bodyPr/>
          <a:lstStyle/>
          <a:p>
            <a:r>
              <a:rPr lang="de-DE"/>
              <a:t>20. Januar 2021</a:t>
            </a:r>
            <a:endParaRPr lang="de-DE" sz="1000"/>
          </a:p>
        </p:txBody>
      </p:sp>
      <p:sp>
        <p:nvSpPr>
          <p:cNvPr id="28" name="Textplatzhalter 2">
            <a:extLst>
              <a:ext uri="{FF2B5EF4-FFF2-40B4-BE49-F238E27FC236}">
                <a16:creationId xmlns:a16="http://schemas.microsoft.com/office/drawing/2014/main" id="{434AD662-A540-404E-9022-C1BE7465883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4962" y="306002"/>
            <a:ext cx="10909301" cy="89097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000"/>
              </a:lnSpc>
              <a:buNone/>
              <a:defRPr sz="3200" spc="-20" baseline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lnSpc>
                <a:spcPts val="1600"/>
              </a:lnSpc>
              <a:spcBef>
                <a:spcPts val="500"/>
              </a:spcBef>
              <a:buNone/>
              <a:defRPr sz="1800" b="0" i="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0" indent="0">
              <a:lnSpc>
                <a:spcPts val="1400"/>
              </a:lnSpc>
              <a:spcBef>
                <a:spcPts val="500"/>
              </a:spcBef>
              <a:buNone/>
              <a:defRPr sz="145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3pPr>
          </a:lstStyle>
          <a:p>
            <a:pPr lvl="0"/>
            <a:r>
              <a:rPr lang="de-DE"/>
              <a:t>Mastertextformat bearbeiten 32pt / ZA 30pt</a:t>
            </a:r>
          </a:p>
          <a:p>
            <a:pPr lvl="1"/>
            <a:r>
              <a:rPr lang="de-DE"/>
              <a:t>Zweite Ebene 18pt</a:t>
            </a:r>
          </a:p>
          <a:p>
            <a:pPr lvl="2"/>
            <a:r>
              <a:rPr lang="de-DE"/>
              <a:t>Dritte Ebene 14,5pt</a:t>
            </a:r>
          </a:p>
        </p:txBody>
      </p:sp>
      <p:pic>
        <p:nvPicPr>
          <p:cNvPr id="29" name="Grafik 28">
            <a:extLst>
              <a:ext uri="{FF2B5EF4-FFF2-40B4-BE49-F238E27FC236}">
                <a16:creationId xmlns:a16="http://schemas.microsoft.com/office/drawing/2014/main" id="{3D9EAD9D-E600-2044-9062-B1FE5C0CD9C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244769" y="299812"/>
            <a:ext cx="665997" cy="448986"/>
          </a:xfrm>
          <a:prstGeom prst="rect">
            <a:avLst/>
          </a:prstGeom>
        </p:spPr>
      </p:pic>
      <p:sp>
        <p:nvSpPr>
          <p:cNvPr id="30" name="Bildplatzhalter 4">
            <a:extLst>
              <a:ext uri="{FF2B5EF4-FFF2-40B4-BE49-F238E27FC236}">
                <a16:creationId xmlns:a16="http://schemas.microsoft.com/office/drawing/2014/main" id="{0874B803-122E-8343-8DC2-6DC5DA76A20B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11244768" y="5470338"/>
            <a:ext cx="666000" cy="10908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47" r="47"/>
            </a:stretch>
          </a:blipFill>
        </p:spPr>
        <p:txBody>
          <a:bodyPr/>
          <a:lstStyle>
            <a:lvl1pPr marL="0" indent="0">
              <a:buNone/>
              <a:defRPr sz="100" b="0" i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124982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 userDrawn="1">
          <p15:clr>
            <a:srgbClr val="FBAE40"/>
          </p15:clr>
        </p15:guide>
        <p15:guide id="2" orient="horz" pos="187" userDrawn="1">
          <p15:clr>
            <a:srgbClr val="FBAE40"/>
          </p15:clr>
        </p15:guide>
        <p15:guide id="3" pos="2865" userDrawn="1">
          <p15:clr>
            <a:srgbClr val="FBAE40"/>
          </p15:clr>
        </p15:guide>
        <p15:guide id="4" pos="1617" userDrawn="1">
          <p15:clr>
            <a:srgbClr val="FBAE40"/>
          </p15:clr>
        </p15:guide>
        <p15:guide id="9" pos="4271" userDrawn="1">
          <p15:clr>
            <a:srgbClr val="FBAE40"/>
          </p15:clr>
        </p15:guide>
        <p15:guide id="10" pos="1459" userDrawn="1">
          <p15:clr>
            <a:srgbClr val="FBAE40"/>
          </p15:clr>
        </p15:guide>
        <p15:guide id="11" pos="5677" userDrawn="1">
          <p15:clr>
            <a:srgbClr val="FBAE40"/>
          </p15:clr>
        </p15:guide>
        <p15:guide id="12" pos="5836" userDrawn="1">
          <p15:clr>
            <a:srgbClr val="FBAE40"/>
          </p15:clr>
        </p15:guide>
        <p15:guide id="13" pos="3024" userDrawn="1">
          <p15:clr>
            <a:srgbClr val="FBAE40"/>
          </p15:clr>
        </p15:guide>
        <p15:guide id="14" pos="4430" userDrawn="1">
          <p15:clr>
            <a:srgbClr val="FBAE40"/>
          </p15:clr>
        </p15:guide>
        <p15:guide id="15" orient="horz" pos="3770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MT_Präsentation // Headline + Dia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feld 10">
            <a:extLst>
              <a:ext uri="{FF2B5EF4-FFF2-40B4-BE49-F238E27FC236}">
                <a16:creationId xmlns:a16="http://schemas.microsoft.com/office/drawing/2014/main" id="{FA7170FA-0038-7C4E-A4FB-C173887BFA2E}"/>
              </a:ext>
            </a:extLst>
          </p:cNvPr>
          <p:cNvSpPr txBox="1"/>
          <p:nvPr userDrawn="1"/>
        </p:nvSpPr>
        <p:spPr>
          <a:xfrm>
            <a:off x="13298216" y="3780960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err="1"/>
          </a:p>
        </p:txBody>
      </p:sp>
      <p:sp>
        <p:nvSpPr>
          <p:cNvPr id="12" name="Diagrammplatzhalter 2">
            <a:extLst>
              <a:ext uri="{FF2B5EF4-FFF2-40B4-BE49-F238E27FC236}">
                <a16:creationId xmlns:a16="http://schemas.microsoft.com/office/drawing/2014/main" id="{42095016-343E-9F41-9667-439DBD5A4FE3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334799" y="1206000"/>
            <a:ext cx="10908000" cy="45994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00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de-DE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BA17D5FD-3098-BE4A-BC03-5C5E4757314B}"/>
              </a:ext>
            </a:extLst>
          </p:cNvPr>
          <p:cNvSpPr txBox="1"/>
          <p:nvPr userDrawn="1"/>
        </p:nvSpPr>
        <p:spPr>
          <a:xfrm>
            <a:off x="-2356645" y="264266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Headline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05FE3E8C-A0FB-E642-875B-D21B77EE2E67}"/>
              </a:ext>
            </a:extLst>
          </p:cNvPr>
          <p:cNvSpPr txBox="1"/>
          <p:nvPr userDrawn="1"/>
        </p:nvSpPr>
        <p:spPr>
          <a:xfrm>
            <a:off x="-2356645" y="1149958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Inhalt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42EDB2F-DB65-1848-A88B-75BF04491EBC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334962" y="6429600"/>
            <a:ext cx="2742936" cy="97976"/>
          </a:xfrm>
          <a:prstGeom prst="rect">
            <a:avLst/>
          </a:prstGeom>
        </p:spPr>
        <p:txBody>
          <a:bodyPr/>
          <a:lstStyle/>
          <a:p>
            <a:fld id="{13005BA2-ABF8-0A46-8B15-84F2660EFA6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7" name="Textplatzhalter 4">
            <a:extLst>
              <a:ext uri="{FF2B5EF4-FFF2-40B4-BE49-F238E27FC236}">
                <a16:creationId xmlns:a16="http://schemas.microsoft.com/office/drawing/2014/main" id="{7724FF67-4A9F-AA4F-BB06-B96E2E6C9E4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34800" y="5886899"/>
            <a:ext cx="10635267" cy="97976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sz="77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/>
              <a:t>Hier kommt die Quelle/Legende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177FC00-58D2-AC4E-A5AB-8C5A174521C7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r>
              <a:rPr lang="de-DE"/>
              <a:t>Hochschule Karlsruhe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EFEA509C-16C9-7F4E-A006-4B4A69FBAB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rcRect/>
          <a:stretch/>
        </p:blipFill>
        <p:spPr>
          <a:xfrm>
            <a:off x="12521184" y="7129"/>
            <a:ext cx="12191999" cy="6843741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00179CD-2DFE-FE48-88FA-99A080006606}"/>
              </a:ext>
            </a:extLst>
          </p:cNvPr>
          <p:cNvSpPr>
            <a:spLocks noGrp="1"/>
          </p:cNvSpPr>
          <p:nvPr>
            <p:ph type="dt" sz="half" idx="33"/>
          </p:nvPr>
        </p:nvSpPr>
        <p:spPr/>
        <p:txBody>
          <a:bodyPr/>
          <a:lstStyle/>
          <a:p>
            <a:r>
              <a:rPr lang="de-DE"/>
              <a:t>20. Januar 2021</a:t>
            </a:r>
            <a:endParaRPr lang="de-DE" sz="1000"/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69714213-985D-F049-AC24-0011BCAE291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4962" y="306002"/>
            <a:ext cx="10909301" cy="89097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000"/>
              </a:lnSpc>
              <a:buNone/>
              <a:defRPr sz="3200" spc="-20" baseline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lnSpc>
                <a:spcPts val="1600"/>
              </a:lnSpc>
              <a:spcBef>
                <a:spcPts val="500"/>
              </a:spcBef>
              <a:buNone/>
              <a:defRPr sz="1800" b="0" i="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0" indent="0">
              <a:lnSpc>
                <a:spcPts val="1400"/>
              </a:lnSpc>
              <a:spcBef>
                <a:spcPts val="500"/>
              </a:spcBef>
              <a:buNone/>
              <a:defRPr sz="145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3pPr>
          </a:lstStyle>
          <a:p>
            <a:pPr lvl="0"/>
            <a:r>
              <a:rPr lang="de-DE"/>
              <a:t>Mastertextformat bearbeiten 32pt / ZA 30pt</a:t>
            </a:r>
          </a:p>
          <a:p>
            <a:pPr lvl="1"/>
            <a:r>
              <a:rPr lang="de-DE"/>
              <a:t>Zweite Ebene 18pt</a:t>
            </a:r>
          </a:p>
          <a:p>
            <a:pPr lvl="2"/>
            <a:r>
              <a:rPr lang="de-DE"/>
              <a:t>Dritte Ebene 14,5pt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62AFD8BD-1B68-074D-9599-F2383776A48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244769" y="299812"/>
            <a:ext cx="665997" cy="448986"/>
          </a:xfrm>
          <a:prstGeom prst="rect">
            <a:avLst/>
          </a:prstGeom>
        </p:spPr>
      </p:pic>
      <p:sp>
        <p:nvSpPr>
          <p:cNvPr id="20" name="Bildplatzhalter 4">
            <a:extLst>
              <a:ext uri="{FF2B5EF4-FFF2-40B4-BE49-F238E27FC236}">
                <a16:creationId xmlns:a16="http://schemas.microsoft.com/office/drawing/2014/main" id="{86B49C55-F108-3C42-B547-CC4E75AAC7BF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11244768" y="5470338"/>
            <a:ext cx="666000" cy="10908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47" r="47"/>
            </a:stretch>
          </a:blipFill>
        </p:spPr>
        <p:txBody>
          <a:bodyPr/>
          <a:lstStyle>
            <a:lvl1pPr marL="0" indent="0">
              <a:buNone/>
              <a:defRPr sz="100" b="0" i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496982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 userDrawn="1">
          <p15:clr>
            <a:srgbClr val="FBAE40"/>
          </p15:clr>
        </p15:guide>
        <p15:guide id="2" orient="horz" pos="187" userDrawn="1">
          <p15:clr>
            <a:srgbClr val="FBAE40"/>
          </p15:clr>
        </p15:guide>
        <p15:guide id="3" orient="horz" pos="3770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MT_Präsentation // 1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feld 39">
            <a:extLst>
              <a:ext uri="{FF2B5EF4-FFF2-40B4-BE49-F238E27FC236}">
                <a16:creationId xmlns:a16="http://schemas.microsoft.com/office/drawing/2014/main" id="{B2417DED-3B99-4349-8BA5-D2109765036F}"/>
              </a:ext>
            </a:extLst>
          </p:cNvPr>
          <p:cNvSpPr txBox="1"/>
          <p:nvPr userDrawn="1"/>
        </p:nvSpPr>
        <p:spPr>
          <a:xfrm>
            <a:off x="13298216" y="3780960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err="1"/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CA76EEEE-53F6-9642-B1ED-C868DA1F345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34800" y="1206001"/>
            <a:ext cx="11520000" cy="45994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/>
          <a:lstStyle>
            <a:lvl1pPr marL="0" indent="0">
              <a:buFontTx/>
              <a:buNone/>
              <a:defRPr sz="200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50F89A5-3C39-F749-B805-46E3C20CDDD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34962" y="6429600"/>
            <a:ext cx="2742936" cy="97976"/>
          </a:xfrm>
          <a:prstGeom prst="rect">
            <a:avLst/>
          </a:prstGeom>
        </p:spPr>
        <p:txBody>
          <a:bodyPr/>
          <a:lstStyle/>
          <a:p>
            <a:fld id="{13005BA2-ABF8-0A46-8B15-84F2660EFA6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0885C8D8-7D67-274F-AD1B-6EB7E2AD03FE}"/>
              </a:ext>
            </a:extLst>
          </p:cNvPr>
          <p:cNvSpPr txBox="1"/>
          <p:nvPr userDrawn="1"/>
        </p:nvSpPr>
        <p:spPr>
          <a:xfrm>
            <a:off x="-2356645" y="264266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Headline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2FD4C86A-1273-9243-B646-482137D81FC4}"/>
              </a:ext>
            </a:extLst>
          </p:cNvPr>
          <p:cNvSpPr txBox="1"/>
          <p:nvPr userDrawn="1"/>
        </p:nvSpPr>
        <p:spPr>
          <a:xfrm>
            <a:off x="-2356645" y="1149958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Inhalt</a:t>
            </a:r>
          </a:p>
        </p:txBody>
      </p:sp>
      <p:sp>
        <p:nvSpPr>
          <p:cNvPr id="14" name="Textplatzhalter 4">
            <a:extLst>
              <a:ext uri="{FF2B5EF4-FFF2-40B4-BE49-F238E27FC236}">
                <a16:creationId xmlns:a16="http://schemas.microsoft.com/office/drawing/2014/main" id="{F54E956C-C25B-424C-A798-CFAB5A0744C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34800" y="5886899"/>
            <a:ext cx="10608733" cy="972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sz="77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/>
              <a:t>Hier kommt die Quelle/Legende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CC11AC0-5E95-6446-A63C-B54CF66E1A7D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/>
          <a:lstStyle/>
          <a:p>
            <a:r>
              <a:rPr lang="de-DE"/>
              <a:t>Hochschule Karlsruhe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C964A4A2-ACC1-3A4D-B3DF-04B8BE3230F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49000"/>
          </a:blip>
          <a:srcRect/>
          <a:stretch/>
        </p:blipFill>
        <p:spPr>
          <a:xfrm>
            <a:off x="12521184" y="7129"/>
            <a:ext cx="12191999" cy="6843741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3B06E7E-E9A1-9840-A9E1-79686DE197B3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r>
              <a:rPr lang="de-DE"/>
              <a:t>20. Januar 2021</a:t>
            </a:r>
            <a:endParaRPr lang="de-DE" sz="1000"/>
          </a:p>
        </p:txBody>
      </p:sp>
      <p:sp>
        <p:nvSpPr>
          <p:cNvPr id="16" name="Textplatzhalter 2">
            <a:extLst>
              <a:ext uri="{FF2B5EF4-FFF2-40B4-BE49-F238E27FC236}">
                <a16:creationId xmlns:a16="http://schemas.microsoft.com/office/drawing/2014/main" id="{5CEB99C0-EF74-E74F-B415-AC2BCEF5C1D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4962" y="306002"/>
            <a:ext cx="10909301" cy="89097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000"/>
              </a:lnSpc>
              <a:buNone/>
              <a:defRPr sz="3200" spc="-20" baseline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lnSpc>
                <a:spcPts val="1600"/>
              </a:lnSpc>
              <a:spcBef>
                <a:spcPts val="500"/>
              </a:spcBef>
              <a:buNone/>
              <a:defRPr sz="1800" b="0" i="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0" indent="0">
              <a:lnSpc>
                <a:spcPts val="1400"/>
              </a:lnSpc>
              <a:spcBef>
                <a:spcPts val="500"/>
              </a:spcBef>
              <a:buNone/>
              <a:defRPr sz="145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3pPr>
          </a:lstStyle>
          <a:p>
            <a:pPr lvl="0"/>
            <a:r>
              <a:rPr lang="de-DE"/>
              <a:t>Mastertextformat bearbeiten 32pt / ZA 30pt</a:t>
            </a:r>
          </a:p>
          <a:p>
            <a:pPr lvl="1"/>
            <a:r>
              <a:rPr lang="de-DE"/>
              <a:t>Zweite Ebene 18pt</a:t>
            </a:r>
          </a:p>
          <a:p>
            <a:pPr lvl="2"/>
            <a:r>
              <a:rPr lang="de-DE"/>
              <a:t>Dritte Ebene 14,5pt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C1C382A7-D6AD-AB42-8366-09637EA67B7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244769" y="299812"/>
            <a:ext cx="665997" cy="448986"/>
          </a:xfrm>
          <a:prstGeom prst="rect">
            <a:avLst/>
          </a:prstGeom>
        </p:spPr>
      </p:pic>
      <p:sp>
        <p:nvSpPr>
          <p:cNvPr id="19" name="Bildplatzhalter 4">
            <a:extLst>
              <a:ext uri="{FF2B5EF4-FFF2-40B4-BE49-F238E27FC236}">
                <a16:creationId xmlns:a16="http://schemas.microsoft.com/office/drawing/2014/main" id="{2CB2A227-4716-6A4A-8272-F88DB2FFFBE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1244768" y="5470338"/>
            <a:ext cx="666000" cy="10908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47" r="47"/>
            </a:stretch>
          </a:blipFill>
        </p:spPr>
        <p:txBody>
          <a:bodyPr/>
          <a:lstStyle>
            <a:lvl1pPr marL="0" indent="0">
              <a:buNone/>
              <a:defRPr sz="100" b="0" i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877568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 userDrawn="1">
          <p15:clr>
            <a:srgbClr val="FBAE40"/>
          </p15:clr>
        </p15:guide>
        <p15:guide id="2" orient="horz" pos="187" userDrawn="1">
          <p15:clr>
            <a:srgbClr val="FBAE40"/>
          </p15:clr>
        </p15:guide>
        <p15:guide id="3" orient="horz" pos="3770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MT_Präsentation // 2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ildplatzhalter 5">
            <a:extLst>
              <a:ext uri="{FF2B5EF4-FFF2-40B4-BE49-F238E27FC236}">
                <a16:creationId xmlns:a16="http://schemas.microsoft.com/office/drawing/2014/main" id="{35C83EAB-0D4D-FF4D-BD7D-83582A1D3C0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34962" y="1206000"/>
            <a:ext cx="5617105" cy="45972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/>
          <a:lstStyle>
            <a:lvl1pPr marL="0" indent="0">
              <a:buFontTx/>
              <a:buNone/>
              <a:defRPr sz="200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de-DE"/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B2417DED-3B99-4349-8BA5-D2109765036F}"/>
              </a:ext>
            </a:extLst>
          </p:cNvPr>
          <p:cNvSpPr txBox="1"/>
          <p:nvPr userDrawn="1"/>
        </p:nvSpPr>
        <p:spPr>
          <a:xfrm>
            <a:off x="13298216" y="3780960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err="1"/>
          </a:p>
        </p:txBody>
      </p:sp>
      <p:sp>
        <p:nvSpPr>
          <p:cNvPr id="11" name="Bildplatzhalter 5">
            <a:extLst>
              <a:ext uri="{FF2B5EF4-FFF2-40B4-BE49-F238E27FC236}">
                <a16:creationId xmlns:a16="http://schemas.microsoft.com/office/drawing/2014/main" id="{562226A8-783C-944D-805D-729AE9D7328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239933" y="1205999"/>
            <a:ext cx="5617105" cy="460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/>
          <a:lstStyle>
            <a:lvl1pPr marL="0" indent="0">
              <a:buFontTx/>
              <a:buNone/>
              <a:defRPr sz="200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de-DE"/>
              <a:t>Bild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895EFD5-E76A-D946-BC26-AD901858F22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334962" y="6429600"/>
            <a:ext cx="2742936" cy="97976"/>
          </a:xfrm>
          <a:prstGeom prst="rect">
            <a:avLst/>
          </a:prstGeom>
        </p:spPr>
        <p:txBody>
          <a:bodyPr/>
          <a:lstStyle/>
          <a:p>
            <a:fld id="{13005BA2-ABF8-0A46-8B15-84F2660EFA6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0C0CF17D-51BF-164A-AC97-07E21B06BA05}"/>
              </a:ext>
            </a:extLst>
          </p:cNvPr>
          <p:cNvSpPr txBox="1"/>
          <p:nvPr userDrawn="1"/>
        </p:nvSpPr>
        <p:spPr>
          <a:xfrm>
            <a:off x="6227051" y="-263968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Linker Bildrand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31F91C5D-F634-9644-87D6-699DB093E3DE}"/>
              </a:ext>
            </a:extLst>
          </p:cNvPr>
          <p:cNvSpPr txBox="1"/>
          <p:nvPr userDrawn="1"/>
        </p:nvSpPr>
        <p:spPr>
          <a:xfrm>
            <a:off x="4148529" y="-263968"/>
            <a:ext cx="181555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r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Rechter Bildrand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3B5C2419-4BDD-B44C-B359-47312BEFFA19}"/>
              </a:ext>
            </a:extLst>
          </p:cNvPr>
          <p:cNvSpPr txBox="1"/>
          <p:nvPr userDrawn="1"/>
        </p:nvSpPr>
        <p:spPr>
          <a:xfrm>
            <a:off x="-2356645" y="264266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Headline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BCDA3237-D4E2-544E-B93D-836F94639626}"/>
              </a:ext>
            </a:extLst>
          </p:cNvPr>
          <p:cNvSpPr txBox="1"/>
          <p:nvPr userDrawn="1"/>
        </p:nvSpPr>
        <p:spPr>
          <a:xfrm>
            <a:off x="-2356645" y="1149958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Inhalt</a:t>
            </a:r>
          </a:p>
        </p:txBody>
      </p:sp>
      <p:sp>
        <p:nvSpPr>
          <p:cNvPr id="23" name="Textplatzhalter 4">
            <a:extLst>
              <a:ext uri="{FF2B5EF4-FFF2-40B4-BE49-F238E27FC236}">
                <a16:creationId xmlns:a16="http://schemas.microsoft.com/office/drawing/2014/main" id="{54E92864-A0E0-314A-8C49-29B1171014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39934" y="5886899"/>
            <a:ext cx="4751917" cy="972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sz="77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/>
              <a:t>Hier kommt die Quelle/Legende</a:t>
            </a:r>
          </a:p>
        </p:txBody>
      </p:sp>
      <p:sp>
        <p:nvSpPr>
          <p:cNvPr id="24" name="Textplatzhalter 4">
            <a:extLst>
              <a:ext uri="{FF2B5EF4-FFF2-40B4-BE49-F238E27FC236}">
                <a16:creationId xmlns:a16="http://schemas.microsoft.com/office/drawing/2014/main" id="{88AA7485-A9F3-004C-AE34-E8AC9C45BF7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34800" y="5886899"/>
            <a:ext cx="5580964" cy="97976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sz="77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/>
              <a:t>Hier kommt die Quelle/Legende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4013B5A4-26D9-8740-ACBB-09F01B228133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/>
          <a:lstStyle/>
          <a:p>
            <a:r>
              <a:rPr lang="de-DE"/>
              <a:t>Hochschule Karlsruhe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37AB9DCE-9E10-3E4C-857C-B8C27D76AE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rcRect/>
          <a:stretch/>
        </p:blipFill>
        <p:spPr>
          <a:xfrm>
            <a:off x="12521184" y="7129"/>
            <a:ext cx="12191999" cy="6843741"/>
          </a:xfrm>
          <a:prstGeom prst="rect">
            <a:avLst/>
          </a:prstGeom>
        </p:spPr>
      </p:pic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39B1BBC-665F-AF4B-8F72-7AB1B40FEBE5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r>
              <a:rPr lang="de-DE"/>
              <a:t>20. Januar 2021</a:t>
            </a:r>
            <a:endParaRPr lang="de-DE" sz="1000"/>
          </a:p>
        </p:txBody>
      </p:sp>
      <p:sp>
        <p:nvSpPr>
          <p:cNvPr id="19" name="Textplatzhalter 2">
            <a:extLst>
              <a:ext uri="{FF2B5EF4-FFF2-40B4-BE49-F238E27FC236}">
                <a16:creationId xmlns:a16="http://schemas.microsoft.com/office/drawing/2014/main" id="{110A617E-8FCC-244D-8AD5-BF151B15A75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4962" y="306002"/>
            <a:ext cx="10909301" cy="89097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000"/>
              </a:lnSpc>
              <a:buNone/>
              <a:defRPr sz="3200" spc="-20" baseline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lnSpc>
                <a:spcPts val="1600"/>
              </a:lnSpc>
              <a:spcBef>
                <a:spcPts val="500"/>
              </a:spcBef>
              <a:buNone/>
              <a:defRPr sz="1800" b="0" i="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0" indent="0">
              <a:lnSpc>
                <a:spcPts val="1400"/>
              </a:lnSpc>
              <a:spcBef>
                <a:spcPts val="500"/>
              </a:spcBef>
              <a:buNone/>
              <a:defRPr sz="145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3pPr>
          </a:lstStyle>
          <a:p>
            <a:pPr lvl="0"/>
            <a:r>
              <a:rPr lang="de-DE"/>
              <a:t>Mastertextformat bearbeiten 32pt / ZA 30pt</a:t>
            </a:r>
          </a:p>
          <a:p>
            <a:pPr lvl="1"/>
            <a:r>
              <a:rPr lang="de-DE"/>
              <a:t>Zweite Ebene 18pt</a:t>
            </a:r>
          </a:p>
          <a:p>
            <a:pPr lvl="2"/>
            <a:r>
              <a:rPr lang="de-DE"/>
              <a:t>Dritte Ebene 14,5pt</a:t>
            </a:r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AB143B38-D55C-EA4D-B6F2-C2894CCA347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244769" y="299812"/>
            <a:ext cx="665997" cy="448986"/>
          </a:xfrm>
          <a:prstGeom prst="rect">
            <a:avLst/>
          </a:prstGeom>
        </p:spPr>
      </p:pic>
      <p:sp>
        <p:nvSpPr>
          <p:cNvPr id="21" name="Bildplatzhalter 4">
            <a:extLst>
              <a:ext uri="{FF2B5EF4-FFF2-40B4-BE49-F238E27FC236}">
                <a16:creationId xmlns:a16="http://schemas.microsoft.com/office/drawing/2014/main" id="{20F8886F-22F5-4746-A8E8-574C3C4EC0CD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1244768" y="5470338"/>
            <a:ext cx="666000" cy="10908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47" r="47"/>
            </a:stretch>
          </a:blipFill>
        </p:spPr>
        <p:txBody>
          <a:bodyPr/>
          <a:lstStyle>
            <a:lvl1pPr marL="0" indent="0">
              <a:buNone/>
              <a:defRPr sz="100" b="0" i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212663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pos="3931" userDrawn="1">
          <p15:clr>
            <a:srgbClr val="FBAE40"/>
          </p15:clr>
        </p15:guide>
        <p15:guide id="6" pos="3749" userDrawn="1">
          <p15:clr>
            <a:srgbClr val="FBAE40"/>
          </p15:clr>
        </p15:guide>
        <p15:guide id="7" orient="horz" pos="754" userDrawn="1">
          <p15:clr>
            <a:srgbClr val="FBAE40"/>
          </p15:clr>
        </p15:guide>
        <p15:guide id="8" orient="horz" pos="187" userDrawn="1">
          <p15:clr>
            <a:srgbClr val="FBAE40"/>
          </p15:clr>
        </p15:guide>
        <p15:guide id="9" orient="horz" pos="3770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MT_Präsentation // Text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feld 39">
            <a:extLst>
              <a:ext uri="{FF2B5EF4-FFF2-40B4-BE49-F238E27FC236}">
                <a16:creationId xmlns:a16="http://schemas.microsoft.com/office/drawing/2014/main" id="{B2417DED-3B99-4349-8BA5-D2109765036F}"/>
              </a:ext>
            </a:extLst>
          </p:cNvPr>
          <p:cNvSpPr txBox="1"/>
          <p:nvPr userDrawn="1"/>
        </p:nvSpPr>
        <p:spPr>
          <a:xfrm>
            <a:off x="13298216" y="3780960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err="1"/>
          </a:p>
        </p:txBody>
      </p:sp>
      <p:sp>
        <p:nvSpPr>
          <p:cNvPr id="12" name="Bildplatzhalter 5">
            <a:extLst>
              <a:ext uri="{FF2B5EF4-FFF2-40B4-BE49-F238E27FC236}">
                <a16:creationId xmlns:a16="http://schemas.microsoft.com/office/drawing/2014/main" id="{17EFA53D-6FD1-6F45-B98B-1BBDAA8A36B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239934" y="1205999"/>
            <a:ext cx="5617104" cy="460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/>
          <a:lstStyle>
            <a:lvl1pPr marL="0" indent="0">
              <a:buFontTx/>
              <a:buNone/>
              <a:defRPr sz="200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1F7B6FB-B0F6-3341-BCCD-5EA90FA3330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334962" y="6429600"/>
            <a:ext cx="2742936" cy="97976"/>
          </a:xfrm>
          <a:prstGeom prst="rect">
            <a:avLst/>
          </a:prstGeom>
        </p:spPr>
        <p:txBody>
          <a:bodyPr/>
          <a:lstStyle/>
          <a:p>
            <a:fld id="{13005BA2-ABF8-0A46-8B15-84F2660EFA6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5CC2644F-FCE1-1048-B810-F35855B30C08}"/>
              </a:ext>
            </a:extLst>
          </p:cNvPr>
          <p:cNvSpPr txBox="1"/>
          <p:nvPr userDrawn="1"/>
        </p:nvSpPr>
        <p:spPr>
          <a:xfrm>
            <a:off x="-2356645" y="264266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Headline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09A680A6-80A5-3A40-89EC-AFFBA5113207}"/>
              </a:ext>
            </a:extLst>
          </p:cNvPr>
          <p:cNvSpPr txBox="1"/>
          <p:nvPr userDrawn="1"/>
        </p:nvSpPr>
        <p:spPr>
          <a:xfrm>
            <a:off x="-2356645" y="1149958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Inhalt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5FEA65F3-E022-8A40-99FF-39D64B823CCE}"/>
              </a:ext>
            </a:extLst>
          </p:cNvPr>
          <p:cNvSpPr txBox="1"/>
          <p:nvPr userDrawn="1"/>
        </p:nvSpPr>
        <p:spPr>
          <a:xfrm>
            <a:off x="6227051" y="-263968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Linker Bildrand</a:t>
            </a:r>
          </a:p>
        </p:txBody>
      </p:sp>
      <p:sp>
        <p:nvSpPr>
          <p:cNvPr id="19" name="Textplatzhalter 4">
            <a:extLst>
              <a:ext uri="{FF2B5EF4-FFF2-40B4-BE49-F238E27FC236}">
                <a16:creationId xmlns:a16="http://schemas.microsoft.com/office/drawing/2014/main" id="{47C19FD3-313A-D64E-9440-4A82499E3D5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39934" y="5886000"/>
            <a:ext cx="4796724" cy="972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sz="77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/>
              <a:t>Hier kommt die Quelle/Legende</a:t>
            </a:r>
          </a:p>
        </p:txBody>
      </p:sp>
      <p:sp>
        <p:nvSpPr>
          <p:cNvPr id="18" name="Textplatzhalter 2">
            <a:extLst>
              <a:ext uri="{FF2B5EF4-FFF2-40B4-BE49-F238E27FC236}">
                <a16:creationId xmlns:a16="http://schemas.microsoft.com/office/drawing/2014/main" id="{EB2B3229-4766-F845-8CCB-5DC95F2708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4963" y="1206000"/>
            <a:ext cx="5617106" cy="4608513"/>
          </a:xfrm>
          <a:prstGeom prst="rect">
            <a:avLst/>
          </a:prstGeom>
        </p:spPr>
        <p:txBody>
          <a:bodyPr lIns="0" tIns="0" rIns="0" bIns="0" numCol="1" spcCol="720000"/>
          <a:lstStyle>
            <a:lvl1pPr marL="0" indent="0">
              <a:lnSpc>
                <a:spcPts val="2100"/>
              </a:lnSpc>
              <a:spcBef>
                <a:spcPts val="1350"/>
              </a:spcBef>
              <a:spcAft>
                <a:spcPts val="0"/>
              </a:spcAft>
              <a:buSzPct val="90000"/>
              <a:buFontTx/>
              <a:buNone/>
              <a:defRPr sz="180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52000" indent="-252000">
              <a:lnSpc>
                <a:spcPts val="2250"/>
              </a:lnSpc>
              <a:spcBef>
                <a:spcPts val="350"/>
              </a:spcBef>
              <a:spcAft>
                <a:spcPts val="200"/>
              </a:spcAft>
              <a:buFontTx/>
              <a:buBlip>
                <a:blip r:embed="rId2"/>
              </a:buBlip>
              <a:defRPr sz="180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504000" indent="-252000">
              <a:lnSpc>
                <a:spcPts val="2250"/>
              </a:lnSpc>
              <a:spcBef>
                <a:spcPts val="350"/>
              </a:spcBef>
              <a:spcAft>
                <a:spcPts val="0"/>
              </a:spcAft>
              <a:buSzPct val="100000"/>
              <a:buFontTx/>
              <a:buBlip>
                <a:blip r:embed="rId2"/>
              </a:buBlip>
              <a:defRPr sz="180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504000" indent="-234000">
              <a:lnSpc>
                <a:spcPts val="2250"/>
              </a:lnSpc>
              <a:spcBef>
                <a:spcPts val="350"/>
              </a:spcBef>
              <a:spcAft>
                <a:spcPts val="0"/>
              </a:spcAft>
              <a:buSzPct val="90000"/>
              <a:buFont typeface="Arial" pitchFamily="2" charset="2"/>
              <a:buChar char="-"/>
              <a:defRPr sz="180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504000" indent="0">
              <a:lnSpc>
                <a:spcPts val="1800"/>
              </a:lnSpc>
              <a:spcBef>
                <a:spcPts val="350"/>
              </a:spcBef>
              <a:spcAft>
                <a:spcPts val="0"/>
              </a:spcAft>
              <a:buNone/>
              <a:defRPr sz="1452" b="0" i="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de-DE"/>
              <a:t>Mastertextformat bearbeiten 18pt</a:t>
            </a:r>
          </a:p>
          <a:p>
            <a:pPr lvl="1"/>
            <a:r>
              <a:rPr lang="de-DE"/>
              <a:t>Zweite Ebene 18pt</a:t>
            </a:r>
          </a:p>
          <a:p>
            <a:pPr lvl="2"/>
            <a:r>
              <a:rPr lang="de-DE"/>
              <a:t>Dritte Ebene 18pt</a:t>
            </a:r>
          </a:p>
          <a:p>
            <a:pPr lvl="3"/>
            <a:r>
              <a:rPr lang="de-DE"/>
              <a:t>Vierte Ebene 18pt</a:t>
            </a:r>
          </a:p>
          <a:p>
            <a:pPr lvl="4"/>
            <a:r>
              <a:rPr lang="de-DE"/>
              <a:t>Fünfte Ebene 14,5pt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7CB36594-3440-4A40-8496-8A327EE58A6B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de-DE"/>
              <a:t>Hochschule Karlsruhe</a:t>
            </a: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3E86A0B5-4B53-424B-84C2-14958884B15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0000"/>
          </a:blip>
          <a:srcRect/>
          <a:stretch/>
        </p:blipFill>
        <p:spPr>
          <a:xfrm>
            <a:off x="12521184" y="7129"/>
            <a:ext cx="12191999" cy="6843741"/>
          </a:xfrm>
          <a:prstGeom prst="rect">
            <a:avLst/>
          </a:prstGeom>
        </p:spPr>
      </p:pic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3D1ADDF-8F4C-BC48-B65C-59B0BEC4AA8D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r>
              <a:rPr lang="de-DE"/>
              <a:t>20. Januar 2021</a:t>
            </a:r>
            <a:endParaRPr lang="de-DE" sz="1000"/>
          </a:p>
        </p:txBody>
      </p:sp>
      <p:sp>
        <p:nvSpPr>
          <p:cNvPr id="16" name="Textplatzhalter 2">
            <a:extLst>
              <a:ext uri="{FF2B5EF4-FFF2-40B4-BE49-F238E27FC236}">
                <a16:creationId xmlns:a16="http://schemas.microsoft.com/office/drawing/2014/main" id="{2E6B334F-49E0-7249-9A77-6189C78F5C9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4962" y="306002"/>
            <a:ext cx="10909301" cy="89097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000"/>
              </a:lnSpc>
              <a:buNone/>
              <a:defRPr sz="3200" spc="-20" baseline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lnSpc>
                <a:spcPts val="1600"/>
              </a:lnSpc>
              <a:spcBef>
                <a:spcPts val="500"/>
              </a:spcBef>
              <a:buNone/>
              <a:defRPr sz="1800" b="0" i="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0" indent="0">
              <a:lnSpc>
                <a:spcPts val="1400"/>
              </a:lnSpc>
              <a:spcBef>
                <a:spcPts val="500"/>
              </a:spcBef>
              <a:buNone/>
              <a:defRPr sz="145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3pPr>
          </a:lstStyle>
          <a:p>
            <a:pPr lvl="0"/>
            <a:r>
              <a:rPr lang="de-DE"/>
              <a:t>Mastertextformat bearbeiten 32pt / ZA 30pt</a:t>
            </a:r>
          </a:p>
          <a:p>
            <a:pPr lvl="1"/>
            <a:r>
              <a:rPr lang="de-DE"/>
              <a:t>Zweite Ebene 18pt</a:t>
            </a:r>
          </a:p>
          <a:p>
            <a:pPr lvl="2"/>
            <a:r>
              <a:rPr lang="de-DE"/>
              <a:t>Dritte Ebene 14,5pt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03A27012-D968-1444-9A3B-CE30153629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1244769" y="299812"/>
            <a:ext cx="665997" cy="448986"/>
          </a:xfrm>
          <a:prstGeom prst="rect">
            <a:avLst/>
          </a:prstGeom>
        </p:spPr>
      </p:pic>
      <p:sp>
        <p:nvSpPr>
          <p:cNvPr id="24" name="Bildplatzhalter 4">
            <a:extLst>
              <a:ext uri="{FF2B5EF4-FFF2-40B4-BE49-F238E27FC236}">
                <a16:creationId xmlns:a16="http://schemas.microsoft.com/office/drawing/2014/main" id="{FF730494-443D-2A43-8332-9B9FE56CBE82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1244768" y="5470338"/>
            <a:ext cx="666000" cy="10908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47" r="47"/>
            </a:stretch>
          </a:blipFill>
        </p:spPr>
        <p:txBody>
          <a:bodyPr/>
          <a:lstStyle>
            <a:lvl1pPr marL="0" indent="0">
              <a:buNone/>
              <a:defRPr sz="100" b="0" i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58488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pos="3931" userDrawn="1">
          <p15:clr>
            <a:srgbClr val="FBAE40"/>
          </p15:clr>
        </p15:guide>
        <p15:guide id="6" pos="3749" userDrawn="1">
          <p15:clr>
            <a:srgbClr val="FBAE40"/>
          </p15:clr>
        </p15:guide>
        <p15:guide id="7" orient="horz" pos="754" userDrawn="1">
          <p15:clr>
            <a:srgbClr val="FBAE40"/>
          </p15:clr>
        </p15:guide>
        <p15:guide id="8" orient="horz" pos="187" userDrawn="1">
          <p15:clr>
            <a:srgbClr val="FBAE40"/>
          </p15:clr>
        </p15:guide>
        <p15:guide id="10" orient="horz" pos="3770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MT_Präsentation // Text klein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feld 39">
            <a:extLst>
              <a:ext uri="{FF2B5EF4-FFF2-40B4-BE49-F238E27FC236}">
                <a16:creationId xmlns:a16="http://schemas.microsoft.com/office/drawing/2014/main" id="{B2417DED-3B99-4349-8BA5-D2109765036F}"/>
              </a:ext>
            </a:extLst>
          </p:cNvPr>
          <p:cNvSpPr txBox="1"/>
          <p:nvPr userDrawn="1"/>
        </p:nvSpPr>
        <p:spPr>
          <a:xfrm>
            <a:off x="13298216" y="3780960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err="1"/>
          </a:p>
        </p:txBody>
      </p:sp>
      <p:sp>
        <p:nvSpPr>
          <p:cNvPr id="12" name="Bildplatzhalter 5">
            <a:extLst>
              <a:ext uri="{FF2B5EF4-FFF2-40B4-BE49-F238E27FC236}">
                <a16:creationId xmlns:a16="http://schemas.microsoft.com/office/drawing/2014/main" id="{17EFA53D-6FD1-6F45-B98B-1BBDAA8A36B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239934" y="1206000"/>
            <a:ext cx="5617104" cy="45994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/>
          <a:lstStyle>
            <a:lvl1pPr marL="0" indent="0">
              <a:buFontTx/>
              <a:buNone/>
              <a:defRPr sz="200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2130442-AFCC-A34B-846F-B4148DBD901E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334962" y="6429600"/>
            <a:ext cx="2742936" cy="97976"/>
          </a:xfrm>
          <a:prstGeom prst="rect">
            <a:avLst/>
          </a:prstGeom>
        </p:spPr>
        <p:txBody>
          <a:bodyPr/>
          <a:lstStyle/>
          <a:p>
            <a:fld id="{13005BA2-ABF8-0A46-8B15-84F2660EFA6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A5A3B40C-54E9-AB4D-8AC7-E38CD18B5B70}"/>
              </a:ext>
            </a:extLst>
          </p:cNvPr>
          <p:cNvSpPr txBox="1"/>
          <p:nvPr userDrawn="1"/>
        </p:nvSpPr>
        <p:spPr>
          <a:xfrm>
            <a:off x="6227051" y="-263968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Linker Bildrand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B671DC39-E545-5E4C-B503-4F1AA64CC520}"/>
              </a:ext>
            </a:extLst>
          </p:cNvPr>
          <p:cNvSpPr txBox="1"/>
          <p:nvPr userDrawn="1"/>
        </p:nvSpPr>
        <p:spPr>
          <a:xfrm>
            <a:off x="-2356645" y="264266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Headline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370F38C7-64DE-D04A-B7C6-B8A2D35BC9D5}"/>
              </a:ext>
            </a:extLst>
          </p:cNvPr>
          <p:cNvSpPr txBox="1"/>
          <p:nvPr userDrawn="1"/>
        </p:nvSpPr>
        <p:spPr>
          <a:xfrm>
            <a:off x="-2356645" y="1149958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Inhalt</a:t>
            </a:r>
          </a:p>
        </p:txBody>
      </p:sp>
      <p:sp>
        <p:nvSpPr>
          <p:cNvPr id="22" name="Textplatzhalter 4">
            <a:extLst>
              <a:ext uri="{FF2B5EF4-FFF2-40B4-BE49-F238E27FC236}">
                <a16:creationId xmlns:a16="http://schemas.microsoft.com/office/drawing/2014/main" id="{E7E246A2-CC15-8343-93B1-CFDABB587BD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39934" y="5885299"/>
            <a:ext cx="4751917" cy="972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sz="77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/>
              <a:t>Hier kommt die Quelle/Legende</a:t>
            </a:r>
          </a:p>
        </p:txBody>
      </p:sp>
      <p:sp>
        <p:nvSpPr>
          <p:cNvPr id="21" name="Textplatzhalter 2" descr="te " title="text">
            <a:extLst>
              <a:ext uri="{FF2B5EF4-FFF2-40B4-BE49-F238E27FC236}">
                <a16:creationId xmlns:a16="http://schemas.microsoft.com/office/drawing/2014/main" id="{CAAED048-28A8-8940-B7A5-3D4D92B767D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4963" y="1206001"/>
            <a:ext cx="5617106" cy="4599488"/>
          </a:xfrm>
          <a:prstGeom prst="rect">
            <a:avLst/>
          </a:prstGeom>
        </p:spPr>
        <p:txBody>
          <a:bodyPr lIns="0" tIns="0" rIns="0" bIns="0" numCol="1" spcCol="360000"/>
          <a:lstStyle>
            <a:lvl1pPr marL="0" indent="0">
              <a:lnSpc>
                <a:spcPts val="1700"/>
              </a:lnSpc>
              <a:spcBef>
                <a:spcPts val="1200"/>
              </a:spcBef>
              <a:spcAft>
                <a:spcPts val="0"/>
              </a:spcAft>
              <a:buSzPct val="90000"/>
              <a:buFontTx/>
              <a:buNone/>
              <a:defRPr sz="1452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52000" indent="-252000">
              <a:lnSpc>
                <a:spcPts val="1800"/>
              </a:lnSpc>
              <a:spcBef>
                <a:spcPts val="350"/>
              </a:spcBef>
              <a:spcAft>
                <a:spcPts val="200"/>
              </a:spcAft>
              <a:buFontTx/>
              <a:buBlip>
                <a:blip r:embed="rId2"/>
              </a:buBlip>
              <a:defRPr sz="1452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504000" indent="-252000">
              <a:lnSpc>
                <a:spcPts val="1800"/>
              </a:lnSpc>
              <a:spcBef>
                <a:spcPts val="350"/>
              </a:spcBef>
              <a:spcAft>
                <a:spcPts val="0"/>
              </a:spcAft>
              <a:buFontTx/>
              <a:buBlip>
                <a:blip r:embed="rId2"/>
              </a:buBlip>
              <a:defRPr sz="1452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504000" indent="-234000">
              <a:lnSpc>
                <a:spcPts val="1800"/>
              </a:lnSpc>
              <a:spcBef>
                <a:spcPts val="350"/>
              </a:spcBef>
              <a:spcAft>
                <a:spcPts val="0"/>
              </a:spcAft>
              <a:buSzPct val="90000"/>
              <a:buFont typeface="Arial" pitchFamily="2" charset="2"/>
              <a:buChar char="-"/>
              <a:defRPr sz="1452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504000" indent="0">
              <a:lnSpc>
                <a:spcPts val="1800"/>
              </a:lnSpc>
              <a:spcBef>
                <a:spcPts val="500"/>
              </a:spcBef>
              <a:spcAft>
                <a:spcPts val="0"/>
              </a:spcAft>
              <a:buNone/>
              <a:defRPr sz="1450" b="0" i="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de-DE"/>
              <a:t>Mastertextformat bearbeiten 14,5pt</a:t>
            </a:r>
          </a:p>
          <a:p>
            <a:pPr lvl="1"/>
            <a:r>
              <a:rPr lang="de-DE"/>
              <a:t>Zweite Ebene 14,5pt</a:t>
            </a:r>
          </a:p>
          <a:p>
            <a:pPr lvl="2"/>
            <a:r>
              <a:rPr lang="de-DE"/>
              <a:t>Dritte Ebene 14,5pt</a:t>
            </a:r>
          </a:p>
          <a:p>
            <a:pPr lvl="3"/>
            <a:r>
              <a:rPr lang="de-DE"/>
              <a:t>Vierte Ebene 14,5pt</a:t>
            </a:r>
          </a:p>
          <a:p>
            <a:pPr lvl="4"/>
            <a:r>
              <a:rPr lang="de-DE"/>
              <a:t>Fünfte Ebene 14,5pt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431D2AF-8FEB-7841-B7CE-8E7D120E0BD5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de-DE"/>
              <a:t>Hochschule Karlsruhe</a:t>
            </a: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47B87EDE-89CA-8D42-9DC8-E7B7769EDC6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0000"/>
          </a:blip>
          <a:srcRect/>
          <a:stretch/>
        </p:blipFill>
        <p:spPr>
          <a:xfrm>
            <a:off x="12521185" y="7129"/>
            <a:ext cx="12191997" cy="6843741"/>
          </a:xfrm>
          <a:prstGeom prst="rect">
            <a:avLst/>
          </a:prstGeom>
        </p:spPr>
      </p:pic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F268177-AE4A-684B-8FE0-98F4DB068ECA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r>
              <a:rPr lang="de-DE"/>
              <a:t>20. Januar 2021</a:t>
            </a:r>
            <a:endParaRPr lang="de-DE" sz="1000"/>
          </a:p>
        </p:txBody>
      </p:sp>
      <p:sp>
        <p:nvSpPr>
          <p:cNvPr id="18" name="Textplatzhalter 2">
            <a:extLst>
              <a:ext uri="{FF2B5EF4-FFF2-40B4-BE49-F238E27FC236}">
                <a16:creationId xmlns:a16="http://schemas.microsoft.com/office/drawing/2014/main" id="{70E987E8-E4E5-1C47-B903-44A3B86ED49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4962" y="306002"/>
            <a:ext cx="10909301" cy="89097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000"/>
              </a:lnSpc>
              <a:buNone/>
              <a:defRPr sz="3200" spc="-20" baseline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lnSpc>
                <a:spcPts val="1600"/>
              </a:lnSpc>
              <a:spcBef>
                <a:spcPts val="500"/>
              </a:spcBef>
              <a:buNone/>
              <a:defRPr sz="1800" b="0" i="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0" indent="0">
              <a:lnSpc>
                <a:spcPts val="1400"/>
              </a:lnSpc>
              <a:spcBef>
                <a:spcPts val="500"/>
              </a:spcBef>
              <a:buNone/>
              <a:defRPr sz="145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3pPr>
          </a:lstStyle>
          <a:p>
            <a:pPr lvl="0"/>
            <a:r>
              <a:rPr lang="de-DE"/>
              <a:t>Mastertextformat bearbeiten 32pt / ZA 30pt</a:t>
            </a:r>
          </a:p>
          <a:p>
            <a:pPr lvl="1"/>
            <a:r>
              <a:rPr lang="de-DE"/>
              <a:t>Zweite Ebene 18pt</a:t>
            </a:r>
          </a:p>
          <a:p>
            <a:pPr lvl="2"/>
            <a:r>
              <a:rPr lang="de-DE"/>
              <a:t>Dritte Ebene 14,5pt</a:t>
            </a:r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486D69A4-9E2A-FB4E-8DF6-21FBA629150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1244769" y="299812"/>
            <a:ext cx="665997" cy="448986"/>
          </a:xfrm>
          <a:prstGeom prst="rect">
            <a:avLst/>
          </a:prstGeom>
        </p:spPr>
      </p:pic>
      <p:sp>
        <p:nvSpPr>
          <p:cNvPr id="20" name="Bildplatzhalter 4">
            <a:extLst>
              <a:ext uri="{FF2B5EF4-FFF2-40B4-BE49-F238E27FC236}">
                <a16:creationId xmlns:a16="http://schemas.microsoft.com/office/drawing/2014/main" id="{2CF0516E-EB4A-A449-8DFA-05FA5ED672A3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1244768" y="5470338"/>
            <a:ext cx="666000" cy="10908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47" r="47"/>
            </a:stretch>
          </a:blipFill>
        </p:spPr>
        <p:txBody>
          <a:bodyPr/>
          <a:lstStyle>
            <a:lvl1pPr marL="0" indent="0">
              <a:buNone/>
              <a:defRPr sz="100" b="0" i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105037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pos="3931" userDrawn="1">
          <p15:clr>
            <a:srgbClr val="FBAE40"/>
          </p15:clr>
        </p15:guide>
        <p15:guide id="6" pos="3749" userDrawn="1">
          <p15:clr>
            <a:srgbClr val="FBAE40"/>
          </p15:clr>
        </p15:guide>
        <p15:guide id="7" orient="horz" pos="754" userDrawn="1">
          <p15:clr>
            <a:srgbClr val="FBAE40"/>
          </p15:clr>
        </p15:guide>
        <p15:guide id="8" orient="horz" pos="187" userDrawn="1">
          <p15:clr>
            <a:srgbClr val="FBAE40"/>
          </p15:clr>
        </p15:guide>
        <p15:guide id="9" orient="horz" pos="3770" userDrawn="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MT_Präsentation // 1 Bild Vollform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feld 39">
            <a:extLst>
              <a:ext uri="{FF2B5EF4-FFF2-40B4-BE49-F238E27FC236}">
                <a16:creationId xmlns:a16="http://schemas.microsoft.com/office/drawing/2014/main" id="{B2417DED-3B99-4349-8BA5-D2109765036F}"/>
              </a:ext>
            </a:extLst>
          </p:cNvPr>
          <p:cNvSpPr txBox="1"/>
          <p:nvPr userDrawn="1"/>
        </p:nvSpPr>
        <p:spPr>
          <a:xfrm>
            <a:off x="13298216" y="3780960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err="1"/>
          </a:p>
        </p:txBody>
      </p:sp>
      <p:sp>
        <p:nvSpPr>
          <p:cNvPr id="7" name="Bildplatzhalter 5">
            <a:extLst>
              <a:ext uri="{FF2B5EF4-FFF2-40B4-BE49-F238E27FC236}">
                <a16:creationId xmlns:a16="http://schemas.microsoft.com/office/drawing/2014/main" id="{CC0E7EA5-5642-534B-A54D-23A7A42F66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58054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FontTx/>
              <a:buNone/>
              <a:defRPr sz="200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de-DE"/>
              <a:t>Bild Vollformat</a:t>
            </a:r>
          </a:p>
        </p:txBody>
      </p:sp>
      <p:sp>
        <p:nvSpPr>
          <p:cNvPr id="8" name="Textplatzhalter 4">
            <a:extLst>
              <a:ext uri="{FF2B5EF4-FFF2-40B4-BE49-F238E27FC236}">
                <a16:creationId xmlns:a16="http://schemas.microsoft.com/office/drawing/2014/main" id="{9ED79333-D2FE-4149-A558-6ACD9C9F399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34800" y="5886899"/>
            <a:ext cx="10608733" cy="97976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sz="77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/>
              <a:t>Hier kommt die Quelle/Legende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8B3E935-DC8B-EE4A-A835-A6B75AB07EE4}"/>
              </a:ext>
            </a:extLst>
          </p:cNvPr>
          <p:cNvSpPr>
            <a:spLocks noGrp="1"/>
          </p:cNvSpPr>
          <p:nvPr>
            <p:ph type="dt" sz="half" idx="29"/>
          </p:nvPr>
        </p:nvSpPr>
        <p:spPr/>
        <p:txBody>
          <a:bodyPr/>
          <a:lstStyle/>
          <a:p>
            <a:r>
              <a:rPr lang="de-DE"/>
              <a:t>20. Januar 2021</a:t>
            </a:r>
            <a:endParaRPr lang="de-DE" sz="100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4284B28-82C0-7D4A-B3DD-7BF6E2000D6C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/>
          <a:lstStyle/>
          <a:p>
            <a:r>
              <a:rPr lang="de-DE"/>
              <a:t>Hochschule Karlsruhe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A291B1AC-EAF4-764A-B143-A5E022AB5170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13005BA2-ABF8-0A46-8B15-84F2660EFA6C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A0E61C0F-3B73-384B-8065-6D982FD45D4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1244769" y="299812"/>
            <a:ext cx="665997" cy="448986"/>
          </a:xfrm>
          <a:prstGeom prst="rect">
            <a:avLst/>
          </a:prstGeom>
        </p:spPr>
      </p:pic>
      <p:sp>
        <p:nvSpPr>
          <p:cNvPr id="13" name="Bildplatzhalter 4">
            <a:extLst>
              <a:ext uri="{FF2B5EF4-FFF2-40B4-BE49-F238E27FC236}">
                <a16:creationId xmlns:a16="http://schemas.microsoft.com/office/drawing/2014/main" id="{48C0BA75-FEC2-B143-96A7-7F0A36612E73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1244768" y="5470338"/>
            <a:ext cx="666000" cy="10908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47" r="47"/>
            </a:stretch>
          </a:blipFill>
        </p:spPr>
        <p:txBody>
          <a:bodyPr/>
          <a:lstStyle>
            <a:lvl1pPr marL="0" indent="0">
              <a:buNone/>
              <a:defRPr sz="100" b="0" i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de-DE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208CB54A-796D-8146-ADB4-80A2698D932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12533858" y="7129"/>
            <a:ext cx="12166650" cy="6843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9510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70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MT_Präsentation // Video vollform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feld 9">
            <a:extLst>
              <a:ext uri="{FF2B5EF4-FFF2-40B4-BE49-F238E27FC236}">
                <a16:creationId xmlns:a16="http://schemas.microsoft.com/office/drawing/2014/main" id="{B7D610AA-3D36-484D-8F57-7B53FF0FF4D4}"/>
              </a:ext>
            </a:extLst>
          </p:cNvPr>
          <p:cNvSpPr txBox="1"/>
          <p:nvPr userDrawn="1"/>
        </p:nvSpPr>
        <p:spPr>
          <a:xfrm>
            <a:off x="13298216" y="3780960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err="1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B45547AE-9F51-BC4D-A0C3-AB4FB54A3F3B}"/>
              </a:ext>
            </a:extLst>
          </p:cNvPr>
          <p:cNvSpPr txBox="1"/>
          <p:nvPr userDrawn="1"/>
        </p:nvSpPr>
        <p:spPr>
          <a:xfrm>
            <a:off x="1226976" y="972102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370" err="1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442C040-18F3-0C47-AAF2-E2091A982E69}"/>
              </a:ext>
            </a:extLst>
          </p:cNvPr>
          <p:cNvSpPr txBox="1"/>
          <p:nvPr userDrawn="1"/>
        </p:nvSpPr>
        <p:spPr>
          <a:xfrm>
            <a:off x="-2356645" y="264266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Headline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D001DC8-3FA9-D845-9FBD-B5FBD14A6F2F}"/>
              </a:ext>
            </a:extLst>
          </p:cNvPr>
          <p:cNvSpPr txBox="1"/>
          <p:nvPr userDrawn="1"/>
        </p:nvSpPr>
        <p:spPr>
          <a:xfrm>
            <a:off x="-2356645" y="1149958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Inhalt</a:t>
            </a:r>
          </a:p>
        </p:txBody>
      </p:sp>
      <p:sp>
        <p:nvSpPr>
          <p:cNvPr id="7" name="Medienplatzhalter 6">
            <a:extLst>
              <a:ext uri="{FF2B5EF4-FFF2-40B4-BE49-F238E27FC236}">
                <a16:creationId xmlns:a16="http://schemas.microsoft.com/office/drawing/2014/main" id="{33974690-2F6E-0244-AD72-14E5E6162FC5}"/>
              </a:ext>
            </a:extLst>
          </p:cNvPr>
          <p:cNvSpPr>
            <a:spLocks noGrp="1"/>
          </p:cNvSpPr>
          <p:nvPr>
            <p:ph type="media" sz="quarter" idx="29"/>
          </p:nvPr>
        </p:nvSpPr>
        <p:spPr>
          <a:xfrm>
            <a:off x="0" y="7129"/>
            <a:ext cx="12192000" cy="6843741"/>
          </a:xfrm>
          <a:prstGeom prst="rect">
            <a:avLst/>
          </a:prstGeom>
        </p:spPr>
        <p:txBody>
          <a:bodyPr/>
          <a:lstStyle>
            <a:lvl1pPr>
              <a:buNone/>
              <a:defRPr sz="2000"/>
            </a:lvl1pPr>
          </a:lstStyle>
          <a:p>
            <a:endParaRPr lang="de-DE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C143E493-6FF6-CA40-BAA4-1659EEE48D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rcRect/>
          <a:stretch/>
        </p:blipFill>
        <p:spPr>
          <a:xfrm>
            <a:off x="12521185" y="7129"/>
            <a:ext cx="12191997" cy="6843741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3CD7396E-618B-1D42-9491-D3E42AB8C86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244769" y="299812"/>
            <a:ext cx="665997" cy="448986"/>
          </a:xfrm>
          <a:prstGeom prst="rect">
            <a:avLst/>
          </a:prstGeom>
        </p:spPr>
      </p:pic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21F34162-D4E3-FD41-8C92-098D0E9599D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1244768" y="5470338"/>
            <a:ext cx="666000" cy="10908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47" r="47"/>
            </a:stretch>
          </a:blipFill>
        </p:spPr>
        <p:txBody>
          <a:bodyPr/>
          <a:lstStyle>
            <a:lvl1pPr marL="0" indent="0">
              <a:buNone/>
              <a:defRPr sz="100" b="0" i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38236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7">
          <p15:clr>
            <a:srgbClr val="FBAE40"/>
          </p15:clr>
        </p15:guide>
        <p15:guide id="2" pos="3545">
          <p15:clr>
            <a:srgbClr val="FBAE40"/>
          </p15:clr>
        </p15:guide>
        <p15:guide id="3" orient="horz" pos="754">
          <p15:clr>
            <a:srgbClr val="FBAE40"/>
          </p15:clr>
        </p15:guide>
        <p15:guide id="4" orient="horz" pos="187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MT_Präsentation // Video kle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feld 9">
            <a:extLst>
              <a:ext uri="{FF2B5EF4-FFF2-40B4-BE49-F238E27FC236}">
                <a16:creationId xmlns:a16="http://schemas.microsoft.com/office/drawing/2014/main" id="{B7D610AA-3D36-484D-8F57-7B53FF0FF4D4}"/>
              </a:ext>
            </a:extLst>
          </p:cNvPr>
          <p:cNvSpPr txBox="1"/>
          <p:nvPr userDrawn="1"/>
        </p:nvSpPr>
        <p:spPr>
          <a:xfrm>
            <a:off x="13298216" y="3780960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err="1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B45547AE-9F51-BC4D-A0C3-AB4FB54A3F3B}"/>
              </a:ext>
            </a:extLst>
          </p:cNvPr>
          <p:cNvSpPr txBox="1"/>
          <p:nvPr userDrawn="1"/>
        </p:nvSpPr>
        <p:spPr>
          <a:xfrm>
            <a:off x="1226976" y="972102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370" err="1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442C040-18F3-0C47-AAF2-E2091A982E69}"/>
              </a:ext>
            </a:extLst>
          </p:cNvPr>
          <p:cNvSpPr txBox="1"/>
          <p:nvPr userDrawn="1"/>
        </p:nvSpPr>
        <p:spPr>
          <a:xfrm>
            <a:off x="-2356645" y="264266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Headline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D001DC8-3FA9-D845-9FBD-B5FBD14A6F2F}"/>
              </a:ext>
            </a:extLst>
          </p:cNvPr>
          <p:cNvSpPr txBox="1"/>
          <p:nvPr userDrawn="1"/>
        </p:nvSpPr>
        <p:spPr>
          <a:xfrm>
            <a:off x="-2356645" y="1149958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Inhalt</a:t>
            </a:r>
          </a:p>
        </p:txBody>
      </p:sp>
      <p:sp>
        <p:nvSpPr>
          <p:cNvPr id="7" name="Medienplatzhalter 6">
            <a:extLst>
              <a:ext uri="{FF2B5EF4-FFF2-40B4-BE49-F238E27FC236}">
                <a16:creationId xmlns:a16="http://schemas.microsoft.com/office/drawing/2014/main" id="{33974690-2F6E-0244-AD72-14E5E6162FC5}"/>
              </a:ext>
            </a:extLst>
          </p:cNvPr>
          <p:cNvSpPr>
            <a:spLocks noGrp="1"/>
          </p:cNvSpPr>
          <p:nvPr>
            <p:ph type="media" sz="quarter" idx="29"/>
          </p:nvPr>
        </p:nvSpPr>
        <p:spPr>
          <a:xfrm>
            <a:off x="334963" y="1196975"/>
            <a:ext cx="10909300" cy="4608513"/>
          </a:xfrm>
          <a:prstGeom prst="rect">
            <a:avLst/>
          </a:prstGeom>
        </p:spPr>
        <p:txBody>
          <a:bodyPr/>
          <a:lstStyle>
            <a:lvl1pPr>
              <a:buNone/>
              <a:defRPr sz="20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FADD80C-69BF-394C-8E09-B1E69D9AF17E}"/>
              </a:ext>
            </a:extLst>
          </p:cNvPr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r>
              <a:rPr lang="de-DE"/>
              <a:t>20. Januar 2021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EE67E46-D097-D54C-821F-7C2BC5595539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r>
              <a:rPr lang="de-DE"/>
              <a:t>Hochschule Karlsruhe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8DFF2F0-219B-604D-8A04-4A0A5184148D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13005BA2-ABF8-0A46-8B15-84F2660EFA6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E4E504BD-D8EC-5C4C-B753-4E75542C93A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4962" y="306002"/>
            <a:ext cx="10909301" cy="89097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000"/>
              </a:lnSpc>
              <a:buNone/>
              <a:defRPr sz="3200" spc="-20" baseline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lnSpc>
                <a:spcPts val="1600"/>
              </a:lnSpc>
              <a:spcBef>
                <a:spcPts val="500"/>
              </a:spcBef>
              <a:buNone/>
              <a:defRPr sz="1800" b="0" i="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0" indent="0">
              <a:lnSpc>
                <a:spcPts val="1400"/>
              </a:lnSpc>
              <a:spcBef>
                <a:spcPts val="500"/>
              </a:spcBef>
              <a:buNone/>
              <a:defRPr sz="145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3pPr>
          </a:lstStyle>
          <a:p>
            <a:pPr lvl="0"/>
            <a:r>
              <a:rPr lang="de-DE"/>
              <a:t>Mastertextformat bearbeiten 32pt / ZA 30pt</a:t>
            </a:r>
          </a:p>
          <a:p>
            <a:pPr lvl="1"/>
            <a:r>
              <a:rPr lang="de-DE"/>
              <a:t>Zweite Ebene 18pt</a:t>
            </a:r>
          </a:p>
          <a:p>
            <a:pPr lvl="2"/>
            <a:r>
              <a:rPr lang="de-DE"/>
              <a:t>Dritte Ebene 14,5pt</a:t>
            </a:r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91032B5D-DEF2-5F42-8B82-27D1F1CF1FF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1244769" y="299812"/>
            <a:ext cx="665997" cy="448986"/>
          </a:xfrm>
          <a:prstGeom prst="rect">
            <a:avLst/>
          </a:prstGeom>
        </p:spPr>
      </p:pic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CB6F7CC5-BB04-744D-AC90-D1C2F3CD661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1244768" y="5470338"/>
            <a:ext cx="666000" cy="10908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47" r="47"/>
            </a:stretch>
          </a:blipFill>
        </p:spPr>
        <p:txBody>
          <a:bodyPr/>
          <a:lstStyle>
            <a:lvl1pPr marL="0" indent="0">
              <a:buNone/>
              <a:defRPr sz="100" b="0" i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de-DE"/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D3370869-6FB1-0545-9436-445EB7325BF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50000"/>
          </a:blip>
          <a:srcRect/>
          <a:stretch/>
        </p:blipFill>
        <p:spPr>
          <a:xfrm>
            <a:off x="12521185" y="7129"/>
            <a:ext cx="12191997" cy="6843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5266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7">
          <p15:clr>
            <a:srgbClr val="FBAE40"/>
          </p15:clr>
        </p15:guide>
        <p15:guide id="2" pos="3545">
          <p15:clr>
            <a:srgbClr val="FBAE40"/>
          </p15:clr>
        </p15:guide>
        <p15:guide id="3" orient="horz" pos="754">
          <p15:clr>
            <a:srgbClr val="FBAE40"/>
          </p15:clr>
        </p15:guide>
        <p15:guide id="4" orient="horz" pos="187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Präsentation // ENDE_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Bildplatzhalter 8">
            <a:extLst>
              <a:ext uri="{FF2B5EF4-FFF2-40B4-BE49-F238E27FC236}">
                <a16:creationId xmlns:a16="http://schemas.microsoft.com/office/drawing/2014/main" id="{151CC415-D610-164F-8212-19D930A4FE1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878014"/>
            <a:ext cx="12192000" cy="497998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/>
          <a:lstStyle>
            <a:lvl1pPr marL="0" indent="0">
              <a:buFontTx/>
              <a:buNone/>
              <a:defRPr sz="20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de-DE"/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B2417DED-3B99-4349-8BA5-D2109765036F}"/>
              </a:ext>
            </a:extLst>
          </p:cNvPr>
          <p:cNvSpPr txBox="1"/>
          <p:nvPr userDrawn="1"/>
        </p:nvSpPr>
        <p:spPr>
          <a:xfrm>
            <a:off x="13298216" y="3780960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err="1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F3E5D8AC-DBDD-8042-8A9E-253E12704B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85222" y="399917"/>
            <a:ext cx="1734897" cy="880228"/>
          </a:xfrm>
          <a:prstGeom prst="rect">
            <a:avLst/>
          </a:prstGeom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A9BEB07F-910E-0E46-BDFE-125F07CADA4E}"/>
              </a:ext>
            </a:extLst>
          </p:cNvPr>
          <p:cNvSpPr txBox="1"/>
          <p:nvPr userDrawn="1"/>
        </p:nvSpPr>
        <p:spPr>
          <a:xfrm>
            <a:off x="13390384" y="3850088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err="1"/>
          </a:p>
        </p:txBody>
      </p:sp>
      <p:sp>
        <p:nvSpPr>
          <p:cNvPr id="19" name="Textplatzhalter 5">
            <a:extLst>
              <a:ext uri="{FF2B5EF4-FFF2-40B4-BE49-F238E27FC236}">
                <a16:creationId xmlns:a16="http://schemas.microsoft.com/office/drawing/2014/main" id="{A73AD921-16F2-3B46-9FDD-5415DE1C05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800" y="6385020"/>
            <a:ext cx="9013364" cy="284888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3200" baseline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 err="1"/>
              <a:t>www.h-ka.de</a:t>
            </a:r>
            <a:endParaRPr lang="de-DE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CAF26BDA-907D-2E47-B1CD-6C22CA6027FD}"/>
              </a:ext>
            </a:extLst>
          </p:cNvPr>
          <p:cNvSpPr txBox="1"/>
          <p:nvPr userDrawn="1"/>
        </p:nvSpPr>
        <p:spPr>
          <a:xfrm>
            <a:off x="-2356645" y="1822490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Bild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08575FA1-3AA5-F649-816C-2E0662725254}"/>
              </a:ext>
            </a:extLst>
          </p:cNvPr>
          <p:cNvSpPr txBox="1"/>
          <p:nvPr userDrawn="1"/>
        </p:nvSpPr>
        <p:spPr>
          <a:xfrm>
            <a:off x="-2356646" y="6527464"/>
            <a:ext cx="1915971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Unterkante Domain/sonstige Info</a:t>
            </a:r>
          </a:p>
        </p:txBody>
      </p:sp>
      <p:sp>
        <p:nvSpPr>
          <p:cNvPr id="21" name="Bildplatzhalter 3">
            <a:extLst>
              <a:ext uri="{FF2B5EF4-FFF2-40B4-BE49-F238E27FC236}">
                <a16:creationId xmlns:a16="http://schemas.microsoft.com/office/drawing/2014/main" id="{A0983EF8-6907-9B4B-9370-19CC69B038E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663200" y="1198800"/>
            <a:ext cx="1319153" cy="222568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47" r="47"/>
            </a:stretch>
          </a:blipFill>
        </p:spPr>
        <p:txBody>
          <a:bodyPr/>
          <a:lstStyle>
            <a:lvl1pPr marL="0" indent="0">
              <a:buNone/>
              <a:defRPr sz="100" baseline="0">
                <a:solidFill>
                  <a:schemeClr val="bg1"/>
                </a:solidFill>
              </a:defRPr>
            </a:lvl1pPr>
          </a:lstStyle>
          <a:p>
            <a:endParaRPr lang="de-DE"/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2873CCAF-E7C6-2047-9734-90C61A6AEC8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50000"/>
          </a:blip>
          <a:srcRect/>
          <a:stretch/>
        </p:blipFill>
        <p:spPr>
          <a:xfrm>
            <a:off x="12521185" y="7129"/>
            <a:ext cx="12191997" cy="6843741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07941B59-A3C9-3D41-BCD5-6E217D5D946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663200" y="295200"/>
            <a:ext cx="1356360" cy="914400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360A417A-6251-5F4A-B9DF-8CD21F0B17E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334965" y="296864"/>
            <a:ext cx="1737356" cy="967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81035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MT_Präsentation // ENDE_V2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feld 39">
            <a:extLst>
              <a:ext uri="{FF2B5EF4-FFF2-40B4-BE49-F238E27FC236}">
                <a16:creationId xmlns:a16="http://schemas.microsoft.com/office/drawing/2014/main" id="{B2417DED-3B99-4349-8BA5-D2109765036F}"/>
              </a:ext>
            </a:extLst>
          </p:cNvPr>
          <p:cNvSpPr txBox="1"/>
          <p:nvPr userDrawn="1"/>
        </p:nvSpPr>
        <p:spPr>
          <a:xfrm>
            <a:off x="13298216" y="3780960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err="1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2E7EBA15-E6DE-9944-99E0-ABDB4E5D71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963" y="6372000"/>
            <a:ext cx="9013364" cy="284888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3200" baseline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 err="1"/>
              <a:t>www.h-ka.de</a:t>
            </a:r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A9BEB07F-910E-0E46-BDFE-125F07CADA4E}"/>
              </a:ext>
            </a:extLst>
          </p:cNvPr>
          <p:cNvSpPr txBox="1"/>
          <p:nvPr userDrawn="1"/>
        </p:nvSpPr>
        <p:spPr>
          <a:xfrm>
            <a:off x="13390384" y="3850088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err="1"/>
          </a:p>
        </p:txBody>
      </p:sp>
      <p:sp>
        <p:nvSpPr>
          <p:cNvPr id="10" name="Bildplatzhalter 3">
            <a:extLst>
              <a:ext uri="{FF2B5EF4-FFF2-40B4-BE49-F238E27FC236}">
                <a16:creationId xmlns:a16="http://schemas.microsoft.com/office/drawing/2014/main" id="{AB5ACA4C-4F39-604A-9FE7-667DCEBC134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663200" y="1206000"/>
            <a:ext cx="1355294" cy="222568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47" r="47"/>
            </a:stretch>
          </a:blipFill>
        </p:spPr>
        <p:txBody>
          <a:bodyPr/>
          <a:lstStyle>
            <a:lvl1pPr marL="0" indent="0">
              <a:buNone/>
              <a:defRPr sz="100" baseline="0">
                <a:solidFill>
                  <a:srgbClr val="D72305"/>
                </a:solidFill>
              </a:defRPr>
            </a:lvl1pPr>
          </a:lstStyle>
          <a:p>
            <a:endParaRPr lang="de-DE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5D27FEBF-F841-9845-B6A8-6D30973528B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63200" y="302305"/>
            <a:ext cx="1356360" cy="914400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2231604B-8620-CA4A-AC7F-053FE140E4C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50000"/>
          </a:blip>
          <a:srcRect/>
          <a:stretch/>
        </p:blipFill>
        <p:spPr>
          <a:xfrm>
            <a:off x="12521185" y="7129"/>
            <a:ext cx="12191997" cy="6843741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090F77C6-D65A-F143-9A41-DAF0395F2A6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34965" y="296863"/>
            <a:ext cx="1737356" cy="967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167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svg"/><Relationship Id="rId5" Type="http://schemas.openxmlformats.org/officeDocument/2006/relationships/image" Target="../media/image1.sv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5" Type="http://schemas.openxmlformats.org/officeDocument/2006/relationships/theme" Target="../theme/theme4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22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39.svg"/><Relationship Id="rId5" Type="http://schemas.openxmlformats.org/officeDocument/2006/relationships/image" Target="../media/image38.svg"/><Relationship Id="rId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theme" Target="../theme/theme6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8286D881-C191-674F-A26E-410BBB8FC62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4963" y="296864"/>
            <a:ext cx="1737360" cy="96774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C2A008FA-65D3-0E47-AEB5-37D11E17DB0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663200" y="295200"/>
            <a:ext cx="135636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90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865" r:id="rId2"/>
    <p:sldLayoutId id="2147483732" r:id="rId3"/>
  </p:sldLayoutIdLst>
  <p:hf hdr="0"/>
  <p:txStyles>
    <p:titleStyle>
      <a:lvl1pPr algn="l" defTabSz="91445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3" indent="-228613" algn="l" defTabSz="9144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40" indent="-228613" algn="l" defTabSz="9144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67" indent="-228613" algn="l" defTabSz="9144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94" indent="-228613" algn="l" defTabSz="9144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521" indent="-228613" algn="l" defTabSz="9144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748" indent="-228613" algn="l" defTabSz="9144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75" indent="-228613" algn="l" defTabSz="9144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202" indent="-228613" algn="l" defTabSz="9144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429" indent="-228613" algn="l" defTabSz="9144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7" algn="l" defTabSz="9144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54" algn="l" defTabSz="9144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81" algn="l" defTabSz="9144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907" algn="l" defTabSz="9144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34" algn="l" defTabSz="9144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61" algn="l" defTabSz="9144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88" algn="l" defTabSz="9144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815" algn="l" defTabSz="9144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87" userDrawn="1">
          <p15:clr>
            <a:srgbClr val="F26B43"/>
          </p15:clr>
        </p15:guide>
        <p15:guide id="5" pos="211" userDrawn="1">
          <p15:clr>
            <a:srgbClr val="F26B43"/>
          </p15:clr>
        </p15:guide>
        <p15:guide id="6" pos="7469" userDrawn="1">
          <p15:clr>
            <a:srgbClr val="F26B43"/>
          </p15:clr>
        </p15:guide>
        <p15:guide id="7" pos="6289" userDrawn="1">
          <p15:clr>
            <a:srgbClr val="F26B43"/>
          </p15:clr>
        </p15:guide>
        <p15:guide id="10" pos="6440" userDrawn="1">
          <p15:clr>
            <a:srgbClr val="F26B43"/>
          </p15:clr>
        </p15:guide>
        <p15:guide id="11" orient="horz" pos="4042" userDrawn="1">
          <p15:clr>
            <a:srgbClr val="F26B43"/>
          </p15:clr>
        </p15:guide>
        <p15:guide id="12" orient="horz" pos="4197" userDrawn="1">
          <p15:clr>
            <a:srgbClr val="F26B43"/>
          </p15:clr>
        </p15:guide>
        <p15:guide id="14" orient="horz" pos="43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9194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</p:sldLayoutIdLst>
  <p:hf hdr="0"/>
  <p:txStyles>
    <p:titleStyle>
      <a:lvl1pPr algn="l" defTabSz="414772" rtl="0" eaLnBrk="1" latinLnBrk="0" hangingPunct="1">
        <a:lnSpc>
          <a:spcPct val="90000"/>
        </a:lnSpc>
        <a:spcBef>
          <a:spcPct val="0"/>
        </a:spcBef>
        <a:buNone/>
        <a:defRPr sz="2948" kern="1200" baseline="0">
          <a:solidFill>
            <a:schemeClr val="tx1"/>
          </a:solidFill>
          <a:latin typeface="Calibri Bold" pitchFamily="2" charset="77"/>
          <a:ea typeface="+mj-ea"/>
          <a:cs typeface="+mj-cs"/>
        </a:defRPr>
      </a:lvl1pPr>
    </p:titleStyle>
    <p:bodyStyle>
      <a:lvl1pPr marL="103693" indent="-103693" algn="l" defTabSz="414772" rtl="0" eaLnBrk="1" latinLnBrk="0" hangingPunct="1">
        <a:lnSpc>
          <a:spcPct val="90000"/>
        </a:lnSpc>
        <a:spcBef>
          <a:spcPts val="454"/>
        </a:spcBef>
        <a:buFont typeface="Arial" panose="020B0604020202020204" pitchFamily="34" charset="0"/>
        <a:buChar char="•"/>
        <a:defRPr sz="1270" kern="1200">
          <a:solidFill>
            <a:schemeClr val="tx1"/>
          </a:solidFill>
          <a:latin typeface="+mn-lt"/>
          <a:ea typeface="+mn-ea"/>
          <a:cs typeface="+mn-cs"/>
        </a:defRPr>
      </a:lvl1pPr>
      <a:lvl2pPr marL="311079" indent="-103693" algn="l" defTabSz="414772" rtl="0" eaLnBrk="1" latinLnBrk="0" hangingPunct="1">
        <a:lnSpc>
          <a:spcPct val="90000"/>
        </a:lnSpc>
        <a:spcBef>
          <a:spcPts val="227"/>
        </a:spcBef>
        <a:buFont typeface="Arial" panose="020B0604020202020204" pitchFamily="34" charset="0"/>
        <a:buChar char="•"/>
        <a:defRPr sz="1089" kern="1200">
          <a:solidFill>
            <a:schemeClr val="tx1"/>
          </a:solidFill>
          <a:latin typeface="+mn-lt"/>
          <a:ea typeface="+mn-ea"/>
          <a:cs typeface="+mn-cs"/>
        </a:defRPr>
      </a:lvl2pPr>
      <a:lvl3pPr marL="518465" indent="-103693" algn="l" defTabSz="414772" rtl="0" eaLnBrk="1" latinLnBrk="0" hangingPunct="1">
        <a:lnSpc>
          <a:spcPct val="90000"/>
        </a:lnSpc>
        <a:spcBef>
          <a:spcPts val="227"/>
        </a:spcBef>
        <a:buFont typeface="Arial" panose="020B0604020202020204" pitchFamily="34" charset="0"/>
        <a:buChar char="•"/>
        <a:defRPr sz="907" kern="1200">
          <a:solidFill>
            <a:schemeClr val="tx1"/>
          </a:solidFill>
          <a:latin typeface="+mn-lt"/>
          <a:ea typeface="+mn-ea"/>
          <a:cs typeface="+mn-cs"/>
        </a:defRPr>
      </a:lvl3pPr>
      <a:lvl4pPr marL="725851" indent="-103693" algn="l" defTabSz="414772" rtl="0" eaLnBrk="1" latinLnBrk="0" hangingPunct="1">
        <a:lnSpc>
          <a:spcPct val="90000"/>
        </a:lnSpc>
        <a:spcBef>
          <a:spcPts val="227"/>
        </a:spcBef>
        <a:buFont typeface="Arial" panose="020B0604020202020204" pitchFamily="34" charset="0"/>
        <a:buChar char="•"/>
        <a:defRPr sz="816" kern="1200">
          <a:solidFill>
            <a:schemeClr val="tx1"/>
          </a:solidFill>
          <a:latin typeface="+mn-lt"/>
          <a:ea typeface="+mn-ea"/>
          <a:cs typeface="+mn-cs"/>
        </a:defRPr>
      </a:lvl4pPr>
      <a:lvl5pPr marL="933237" indent="-103693" algn="l" defTabSz="414772" rtl="0" eaLnBrk="1" latinLnBrk="0" hangingPunct="1">
        <a:lnSpc>
          <a:spcPct val="90000"/>
        </a:lnSpc>
        <a:spcBef>
          <a:spcPts val="227"/>
        </a:spcBef>
        <a:buFont typeface="Arial" panose="020B0604020202020204" pitchFamily="34" charset="0"/>
        <a:buChar char="•"/>
        <a:defRPr sz="816" kern="1200">
          <a:solidFill>
            <a:schemeClr val="tx1"/>
          </a:solidFill>
          <a:latin typeface="+mn-lt"/>
          <a:ea typeface="+mn-ea"/>
          <a:cs typeface="+mn-cs"/>
        </a:defRPr>
      </a:lvl5pPr>
      <a:lvl6pPr marL="1140623" indent="-103693" algn="l" defTabSz="414772" rtl="0" eaLnBrk="1" latinLnBrk="0" hangingPunct="1">
        <a:lnSpc>
          <a:spcPct val="90000"/>
        </a:lnSpc>
        <a:spcBef>
          <a:spcPts val="227"/>
        </a:spcBef>
        <a:buFont typeface="Arial" panose="020B0604020202020204" pitchFamily="34" charset="0"/>
        <a:buChar char="•"/>
        <a:defRPr sz="816" kern="1200">
          <a:solidFill>
            <a:schemeClr val="tx1"/>
          </a:solidFill>
          <a:latin typeface="+mn-lt"/>
          <a:ea typeface="+mn-ea"/>
          <a:cs typeface="+mn-cs"/>
        </a:defRPr>
      </a:lvl6pPr>
      <a:lvl7pPr marL="1348008" indent="-103693" algn="l" defTabSz="414772" rtl="0" eaLnBrk="1" latinLnBrk="0" hangingPunct="1">
        <a:lnSpc>
          <a:spcPct val="90000"/>
        </a:lnSpc>
        <a:spcBef>
          <a:spcPts val="227"/>
        </a:spcBef>
        <a:buFont typeface="Arial" panose="020B0604020202020204" pitchFamily="34" charset="0"/>
        <a:buChar char="•"/>
        <a:defRPr sz="816" kern="1200">
          <a:solidFill>
            <a:schemeClr val="tx1"/>
          </a:solidFill>
          <a:latin typeface="+mn-lt"/>
          <a:ea typeface="+mn-ea"/>
          <a:cs typeface="+mn-cs"/>
        </a:defRPr>
      </a:lvl7pPr>
      <a:lvl8pPr marL="1555394" indent="-103693" algn="l" defTabSz="414772" rtl="0" eaLnBrk="1" latinLnBrk="0" hangingPunct="1">
        <a:lnSpc>
          <a:spcPct val="90000"/>
        </a:lnSpc>
        <a:spcBef>
          <a:spcPts val="227"/>
        </a:spcBef>
        <a:buFont typeface="Arial" panose="020B0604020202020204" pitchFamily="34" charset="0"/>
        <a:buChar char="•"/>
        <a:defRPr sz="816" kern="1200">
          <a:solidFill>
            <a:schemeClr val="tx1"/>
          </a:solidFill>
          <a:latin typeface="+mn-lt"/>
          <a:ea typeface="+mn-ea"/>
          <a:cs typeface="+mn-cs"/>
        </a:defRPr>
      </a:lvl8pPr>
      <a:lvl9pPr marL="1762780" indent="-103693" algn="l" defTabSz="414772" rtl="0" eaLnBrk="1" latinLnBrk="0" hangingPunct="1">
        <a:lnSpc>
          <a:spcPct val="90000"/>
        </a:lnSpc>
        <a:spcBef>
          <a:spcPts val="227"/>
        </a:spcBef>
        <a:buFont typeface="Arial" panose="020B0604020202020204" pitchFamily="34" charset="0"/>
        <a:buChar char="•"/>
        <a:defRPr sz="81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14772" rtl="0" eaLnBrk="1" latinLnBrk="0" hangingPunct="1">
        <a:defRPr sz="816" kern="1200">
          <a:solidFill>
            <a:schemeClr val="tx1"/>
          </a:solidFill>
          <a:latin typeface="+mn-lt"/>
          <a:ea typeface="+mn-ea"/>
          <a:cs typeface="+mn-cs"/>
        </a:defRPr>
      </a:lvl1pPr>
      <a:lvl2pPr marL="207386" algn="l" defTabSz="414772" rtl="0" eaLnBrk="1" latinLnBrk="0" hangingPunct="1">
        <a:defRPr sz="816" kern="1200">
          <a:solidFill>
            <a:schemeClr val="tx1"/>
          </a:solidFill>
          <a:latin typeface="+mn-lt"/>
          <a:ea typeface="+mn-ea"/>
          <a:cs typeface="+mn-cs"/>
        </a:defRPr>
      </a:lvl2pPr>
      <a:lvl3pPr marL="414772" algn="l" defTabSz="414772" rtl="0" eaLnBrk="1" latinLnBrk="0" hangingPunct="1">
        <a:defRPr sz="816" kern="1200">
          <a:solidFill>
            <a:schemeClr val="tx1"/>
          </a:solidFill>
          <a:latin typeface="+mn-lt"/>
          <a:ea typeface="+mn-ea"/>
          <a:cs typeface="+mn-cs"/>
        </a:defRPr>
      </a:lvl3pPr>
      <a:lvl4pPr marL="622158" algn="l" defTabSz="414772" rtl="0" eaLnBrk="1" latinLnBrk="0" hangingPunct="1">
        <a:defRPr sz="816" kern="1200">
          <a:solidFill>
            <a:schemeClr val="tx1"/>
          </a:solidFill>
          <a:latin typeface="+mn-lt"/>
          <a:ea typeface="+mn-ea"/>
          <a:cs typeface="+mn-cs"/>
        </a:defRPr>
      </a:lvl4pPr>
      <a:lvl5pPr marL="829544" algn="l" defTabSz="414772" rtl="0" eaLnBrk="1" latinLnBrk="0" hangingPunct="1">
        <a:defRPr sz="816" kern="1200">
          <a:solidFill>
            <a:schemeClr val="tx1"/>
          </a:solidFill>
          <a:latin typeface="+mn-lt"/>
          <a:ea typeface="+mn-ea"/>
          <a:cs typeface="+mn-cs"/>
        </a:defRPr>
      </a:lvl5pPr>
      <a:lvl6pPr marL="1036930" algn="l" defTabSz="414772" rtl="0" eaLnBrk="1" latinLnBrk="0" hangingPunct="1">
        <a:defRPr sz="816" kern="1200">
          <a:solidFill>
            <a:schemeClr val="tx1"/>
          </a:solidFill>
          <a:latin typeface="+mn-lt"/>
          <a:ea typeface="+mn-ea"/>
          <a:cs typeface="+mn-cs"/>
        </a:defRPr>
      </a:lvl6pPr>
      <a:lvl7pPr marL="1244316" algn="l" defTabSz="414772" rtl="0" eaLnBrk="1" latinLnBrk="0" hangingPunct="1">
        <a:defRPr sz="816" kern="1200">
          <a:solidFill>
            <a:schemeClr val="tx1"/>
          </a:solidFill>
          <a:latin typeface="+mn-lt"/>
          <a:ea typeface="+mn-ea"/>
          <a:cs typeface="+mn-cs"/>
        </a:defRPr>
      </a:lvl7pPr>
      <a:lvl8pPr marL="1451701" algn="l" defTabSz="414772" rtl="0" eaLnBrk="1" latinLnBrk="0" hangingPunct="1">
        <a:defRPr sz="816" kern="1200">
          <a:solidFill>
            <a:schemeClr val="tx1"/>
          </a:solidFill>
          <a:latin typeface="+mn-lt"/>
          <a:ea typeface="+mn-ea"/>
          <a:cs typeface="+mn-cs"/>
        </a:defRPr>
      </a:lvl8pPr>
      <a:lvl9pPr marL="1659087" algn="l" defTabSz="414772" rtl="0" eaLnBrk="1" latinLnBrk="0" hangingPunct="1">
        <a:defRPr sz="81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11" userDrawn="1">
          <p15:clr>
            <a:srgbClr val="F26B43"/>
          </p15:clr>
        </p15:guide>
        <p15:guide id="2" orient="horz" pos="187" userDrawn="1">
          <p15:clr>
            <a:srgbClr val="F26B43"/>
          </p15:clr>
        </p15:guide>
        <p15:guide id="3" pos="7469" userDrawn="1">
          <p15:clr>
            <a:srgbClr val="F26B43"/>
          </p15:clr>
        </p15:guide>
        <p15:guide id="4" orient="horz" pos="4133" userDrawn="1">
          <p15:clr>
            <a:srgbClr val="F26B43"/>
          </p15:clr>
        </p15:guide>
        <p15:guide id="5" orient="horz" pos="1183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8286D881-C191-674F-A26E-410BBB8FC62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34965" y="296864"/>
            <a:ext cx="1737356" cy="967738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C2A008FA-65D3-0E47-AEB5-37D11E17DB0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663200" y="295200"/>
            <a:ext cx="135636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038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3" r:id="rId1"/>
    <p:sldLayoutId id="2147483869" r:id="rId2"/>
    <p:sldLayoutId id="2147483804" r:id="rId3"/>
  </p:sldLayoutIdLst>
  <p:hf hdr="0"/>
  <p:txStyles>
    <p:titleStyle>
      <a:lvl1pPr algn="l" defTabSz="91445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3" indent="-228613" algn="l" defTabSz="9144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40" indent="-228613" algn="l" defTabSz="9144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67" indent="-228613" algn="l" defTabSz="9144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94" indent="-228613" algn="l" defTabSz="9144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521" indent="-228613" algn="l" defTabSz="9144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748" indent="-228613" algn="l" defTabSz="9144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75" indent="-228613" algn="l" defTabSz="9144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202" indent="-228613" algn="l" defTabSz="9144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429" indent="-228613" algn="l" defTabSz="9144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7" algn="l" defTabSz="9144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54" algn="l" defTabSz="9144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81" algn="l" defTabSz="9144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907" algn="l" defTabSz="9144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34" algn="l" defTabSz="9144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61" algn="l" defTabSz="9144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88" algn="l" defTabSz="9144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815" algn="l" defTabSz="9144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87" userDrawn="1">
          <p15:clr>
            <a:srgbClr val="F26B43"/>
          </p15:clr>
        </p15:guide>
        <p15:guide id="5" pos="211" userDrawn="1">
          <p15:clr>
            <a:srgbClr val="F26B43"/>
          </p15:clr>
        </p15:guide>
        <p15:guide id="6" pos="7469" userDrawn="1">
          <p15:clr>
            <a:srgbClr val="F26B43"/>
          </p15:clr>
        </p15:guide>
        <p15:guide id="7" pos="6289" userDrawn="1">
          <p15:clr>
            <a:srgbClr val="F26B43"/>
          </p15:clr>
        </p15:guide>
        <p15:guide id="10" pos="6440" userDrawn="1">
          <p15:clr>
            <a:srgbClr val="F26B43"/>
          </p15:clr>
        </p15:guide>
        <p15:guide id="11" orient="horz" pos="4042" userDrawn="1">
          <p15:clr>
            <a:srgbClr val="F26B43"/>
          </p15:clr>
        </p15:guide>
        <p15:guide id="12" orient="horz" pos="4197" userDrawn="1">
          <p15:clr>
            <a:srgbClr val="F26B43"/>
          </p15:clr>
        </p15:guide>
        <p15:guide id="14" orient="horz" pos="436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feld 19">
            <a:extLst>
              <a:ext uri="{FF2B5EF4-FFF2-40B4-BE49-F238E27FC236}">
                <a16:creationId xmlns:a16="http://schemas.microsoft.com/office/drawing/2014/main" id="{71B0FBC3-4352-044E-8291-90541ABE6965}"/>
              </a:ext>
            </a:extLst>
          </p:cNvPr>
          <p:cNvSpPr txBox="1"/>
          <p:nvPr userDrawn="1"/>
        </p:nvSpPr>
        <p:spPr>
          <a:xfrm>
            <a:off x="-2356645" y="6194089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Navigation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E037490B-ECC9-B74B-97A2-DEB675E2D160}"/>
              </a:ext>
            </a:extLst>
          </p:cNvPr>
          <p:cNvSpPr txBox="1"/>
          <p:nvPr userDrawn="1"/>
        </p:nvSpPr>
        <p:spPr>
          <a:xfrm>
            <a:off x="-2356645" y="5657108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Unterkante Inhalt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5AB5AF7D-3C45-1849-B0BB-6B0935832BBC}"/>
              </a:ext>
            </a:extLst>
          </p:cNvPr>
          <p:cNvSpPr txBox="1"/>
          <p:nvPr userDrawn="1"/>
        </p:nvSpPr>
        <p:spPr>
          <a:xfrm>
            <a:off x="383118" y="6996029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Linke Kante Navigation</a:t>
            </a:r>
          </a:p>
        </p:txBody>
      </p:sp>
      <p:sp>
        <p:nvSpPr>
          <p:cNvPr id="8" name="Foliennummernplatzhalter 3">
            <a:extLst>
              <a:ext uri="{FF2B5EF4-FFF2-40B4-BE49-F238E27FC236}">
                <a16:creationId xmlns:a16="http://schemas.microsoft.com/office/drawing/2014/main" id="{E840325F-7756-0149-8183-117E8A6BED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4963" y="6431336"/>
            <a:ext cx="2742936" cy="9797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000" baseline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13005BA2-ABF8-0A46-8B15-84F2660EFA6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1" name="Fußzeilenplatzhalter 1">
            <a:extLst>
              <a:ext uri="{FF2B5EF4-FFF2-40B4-BE49-F238E27FC236}">
                <a16:creationId xmlns:a16="http://schemas.microsoft.com/office/drawing/2014/main" id="{30392229-6F47-7741-914D-5DBE643205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4963" y="6153519"/>
            <a:ext cx="10909299" cy="13894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839"/>
              </a:lnSpc>
              <a:defRPr sz="1000" baseline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de-DE"/>
              <a:t>Hochschule Karlsruhe</a:t>
            </a:r>
          </a:p>
        </p:txBody>
      </p:sp>
      <p:sp>
        <p:nvSpPr>
          <p:cNvPr id="10" name="Datumsplatzhalter 3">
            <a:extLst>
              <a:ext uri="{FF2B5EF4-FFF2-40B4-BE49-F238E27FC236}">
                <a16:creationId xmlns:a16="http://schemas.microsoft.com/office/drawing/2014/main" id="{90108F2C-E92D-444D-A4AF-D5EFEA52A7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34699" y="6274088"/>
            <a:ext cx="2743200" cy="133575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r>
              <a:rPr lang="de-DE"/>
              <a:t>20. Januar 2021</a:t>
            </a:r>
          </a:p>
        </p:txBody>
      </p:sp>
    </p:spTree>
    <p:extLst>
      <p:ext uri="{BB962C8B-B14F-4D97-AF65-F5344CB8AC3E}">
        <p14:creationId xmlns:p14="http://schemas.microsoft.com/office/powerpoint/2010/main" val="2960678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807" r:id="rId2"/>
    <p:sldLayoutId id="2147483808" r:id="rId3"/>
    <p:sldLayoutId id="2147483809" r:id="rId4"/>
    <p:sldLayoutId id="2147483810" r:id="rId5"/>
    <p:sldLayoutId id="2147483811" r:id="rId6"/>
    <p:sldLayoutId id="2147483812" r:id="rId7"/>
    <p:sldLayoutId id="2147483813" r:id="rId8"/>
    <p:sldLayoutId id="2147483814" r:id="rId9"/>
    <p:sldLayoutId id="2147483815" r:id="rId10"/>
    <p:sldLayoutId id="2147483816" r:id="rId11"/>
    <p:sldLayoutId id="2147483817" r:id="rId12"/>
    <p:sldLayoutId id="2147483818" r:id="rId13"/>
    <p:sldLayoutId id="2147483819" r:id="rId14"/>
  </p:sldLayoutIdLst>
  <p:hf hdr="0"/>
  <p:txStyles>
    <p:titleStyle>
      <a:lvl1pPr algn="l" defTabSz="91445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3" indent="-228613" algn="l" defTabSz="9144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40" indent="-228613" algn="l" defTabSz="9144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67" indent="-228613" algn="l" defTabSz="9144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94" indent="-228613" algn="l" defTabSz="9144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521" indent="-228613" algn="l" defTabSz="9144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748" indent="-228613" algn="l" defTabSz="9144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75" indent="-228613" algn="l" defTabSz="9144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202" indent="-228613" algn="l" defTabSz="9144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429" indent="-228613" algn="l" defTabSz="9144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7" algn="l" defTabSz="9144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54" algn="l" defTabSz="9144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81" algn="l" defTabSz="9144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907" algn="l" defTabSz="9144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34" algn="l" defTabSz="9144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61" algn="l" defTabSz="9144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88" algn="l" defTabSz="9144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815" algn="l" defTabSz="9144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orient="horz" pos="3861" userDrawn="1">
          <p15:clr>
            <a:srgbClr val="F26B43"/>
          </p15:clr>
        </p15:guide>
        <p15:guide id="5" pos="211" userDrawn="1">
          <p15:clr>
            <a:srgbClr val="F26B43"/>
          </p15:clr>
        </p15:guide>
        <p15:guide id="6" pos="7469" userDrawn="1">
          <p15:clr>
            <a:srgbClr val="F26B43"/>
          </p15:clr>
        </p15:guide>
        <p15:guide id="7" orient="horz" pos="4133" userDrawn="1">
          <p15:clr>
            <a:srgbClr val="F26B43"/>
          </p15:clr>
        </p15:guide>
        <p15:guide id="11" orient="horz" pos="4292" userDrawn="1">
          <p15:clr>
            <a:srgbClr val="F26B43"/>
          </p15:clr>
        </p15:guide>
        <p15:guide id="13" pos="7083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8286D881-C191-674F-A26E-410BBB8FC62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34965" y="296864"/>
            <a:ext cx="1737356" cy="967737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C2A008FA-65D3-0E47-AEB5-37D11E17DB0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663200" y="295200"/>
            <a:ext cx="135636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850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4" r:id="rId1"/>
    <p:sldLayoutId id="2147483870" r:id="rId2"/>
    <p:sldLayoutId id="2147483825" r:id="rId3"/>
  </p:sldLayoutIdLst>
  <p:hf hdr="0"/>
  <p:txStyles>
    <p:titleStyle>
      <a:lvl1pPr algn="l" defTabSz="91445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3" indent="-228613" algn="l" defTabSz="9144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40" indent="-228613" algn="l" defTabSz="9144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67" indent="-228613" algn="l" defTabSz="9144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94" indent="-228613" algn="l" defTabSz="9144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521" indent="-228613" algn="l" defTabSz="9144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748" indent="-228613" algn="l" defTabSz="9144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75" indent="-228613" algn="l" defTabSz="9144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202" indent="-228613" algn="l" defTabSz="9144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429" indent="-228613" algn="l" defTabSz="9144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7" algn="l" defTabSz="9144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54" algn="l" defTabSz="9144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81" algn="l" defTabSz="9144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907" algn="l" defTabSz="9144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34" algn="l" defTabSz="9144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61" algn="l" defTabSz="9144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88" algn="l" defTabSz="9144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815" algn="l" defTabSz="9144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87" userDrawn="1">
          <p15:clr>
            <a:srgbClr val="F26B43"/>
          </p15:clr>
        </p15:guide>
        <p15:guide id="5" pos="211" userDrawn="1">
          <p15:clr>
            <a:srgbClr val="F26B43"/>
          </p15:clr>
        </p15:guide>
        <p15:guide id="6" pos="7469" userDrawn="1">
          <p15:clr>
            <a:srgbClr val="F26B43"/>
          </p15:clr>
        </p15:guide>
        <p15:guide id="7" pos="6289" userDrawn="1">
          <p15:clr>
            <a:srgbClr val="F26B43"/>
          </p15:clr>
        </p15:guide>
        <p15:guide id="10" pos="6440" userDrawn="1">
          <p15:clr>
            <a:srgbClr val="F26B43"/>
          </p15:clr>
        </p15:guide>
        <p15:guide id="11" orient="horz" pos="4042" userDrawn="1">
          <p15:clr>
            <a:srgbClr val="F26B43"/>
          </p15:clr>
        </p15:guide>
        <p15:guide id="12" orient="horz" pos="4197" userDrawn="1">
          <p15:clr>
            <a:srgbClr val="F26B43"/>
          </p15:clr>
        </p15:guide>
        <p15:guide id="14" orient="horz" pos="436" userDrawn="1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feld 19">
            <a:extLst>
              <a:ext uri="{FF2B5EF4-FFF2-40B4-BE49-F238E27FC236}">
                <a16:creationId xmlns:a16="http://schemas.microsoft.com/office/drawing/2014/main" id="{71B0FBC3-4352-044E-8291-90541ABE6965}"/>
              </a:ext>
            </a:extLst>
          </p:cNvPr>
          <p:cNvSpPr txBox="1"/>
          <p:nvPr userDrawn="1"/>
        </p:nvSpPr>
        <p:spPr>
          <a:xfrm>
            <a:off x="-2356645" y="6194089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Navigation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E037490B-ECC9-B74B-97A2-DEB675E2D160}"/>
              </a:ext>
            </a:extLst>
          </p:cNvPr>
          <p:cNvSpPr txBox="1"/>
          <p:nvPr userDrawn="1"/>
        </p:nvSpPr>
        <p:spPr>
          <a:xfrm>
            <a:off x="-2356645" y="5657108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Unterkante Inhalt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5AB5AF7D-3C45-1849-B0BB-6B0935832BBC}"/>
              </a:ext>
            </a:extLst>
          </p:cNvPr>
          <p:cNvSpPr txBox="1"/>
          <p:nvPr userDrawn="1"/>
        </p:nvSpPr>
        <p:spPr>
          <a:xfrm>
            <a:off x="383118" y="6996029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Linke Kante Navigation</a:t>
            </a:r>
          </a:p>
        </p:txBody>
      </p:sp>
      <p:sp>
        <p:nvSpPr>
          <p:cNvPr id="8" name="Foliennummernplatzhalter 3">
            <a:extLst>
              <a:ext uri="{FF2B5EF4-FFF2-40B4-BE49-F238E27FC236}">
                <a16:creationId xmlns:a16="http://schemas.microsoft.com/office/drawing/2014/main" id="{E840325F-7756-0149-8183-117E8A6BED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4963" y="6431336"/>
            <a:ext cx="2742936" cy="9797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000" baseline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13005BA2-ABF8-0A46-8B15-84F2660EFA6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1" name="Fußzeilenplatzhalter 1">
            <a:extLst>
              <a:ext uri="{FF2B5EF4-FFF2-40B4-BE49-F238E27FC236}">
                <a16:creationId xmlns:a16="http://schemas.microsoft.com/office/drawing/2014/main" id="{30392229-6F47-7741-914D-5DBE643205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4963" y="6153519"/>
            <a:ext cx="10909299" cy="13894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839"/>
              </a:lnSpc>
              <a:defRPr sz="1000" baseline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de-DE"/>
              <a:t>Hochschule Karlsruhe</a:t>
            </a:r>
          </a:p>
        </p:txBody>
      </p:sp>
      <p:sp>
        <p:nvSpPr>
          <p:cNvPr id="10" name="Datumsplatzhalter 3">
            <a:extLst>
              <a:ext uri="{FF2B5EF4-FFF2-40B4-BE49-F238E27FC236}">
                <a16:creationId xmlns:a16="http://schemas.microsoft.com/office/drawing/2014/main" id="{90108F2C-E92D-444D-A4AF-D5EFEA52A7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34699" y="6274088"/>
            <a:ext cx="2743200" cy="133575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r>
              <a:rPr lang="de-DE"/>
              <a:t>20. Januar 2021</a:t>
            </a:r>
          </a:p>
        </p:txBody>
      </p:sp>
    </p:spTree>
    <p:extLst>
      <p:ext uri="{BB962C8B-B14F-4D97-AF65-F5344CB8AC3E}">
        <p14:creationId xmlns:p14="http://schemas.microsoft.com/office/powerpoint/2010/main" val="2534388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7" r:id="rId1"/>
    <p:sldLayoutId id="2147483828" r:id="rId2"/>
    <p:sldLayoutId id="2147483829" r:id="rId3"/>
    <p:sldLayoutId id="2147483830" r:id="rId4"/>
    <p:sldLayoutId id="2147483831" r:id="rId5"/>
    <p:sldLayoutId id="2147483832" r:id="rId6"/>
    <p:sldLayoutId id="2147483833" r:id="rId7"/>
    <p:sldLayoutId id="2147483834" r:id="rId8"/>
    <p:sldLayoutId id="2147483835" r:id="rId9"/>
    <p:sldLayoutId id="2147483836" r:id="rId10"/>
    <p:sldLayoutId id="2147483837" r:id="rId11"/>
    <p:sldLayoutId id="2147483838" r:id="rId12"/>
    <p:sldLayoutId id="2147483839" r:id="rId13"/>
    <p:sldLayoutId id="2147483840" r:id="rId14"/>
  </p:sldLayoutIdLst>
  <p:hf hdr="0"/>
  <p:txStyles>
    <p:titleStyle>
      <a:lvl1pPr algn="l" defTabSz="91445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3" indent="-228613" algn="l" defTabSz="9144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40" indent="-228613" algn="l" defTabSz="9144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67" indent="-228613" algn="l" defTabSz="9144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94" indent="-228613" algn="l" defTabSz="9144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521" indent="-228613" algn="l" defTabSz="9144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748" indent="-228613" algn="l" defTabSz="9144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75" indent="-228613" algn="l" defTabSz="9144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202" indent="-228613" algn="l" defTabSz="9144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429" indent="-228613" algn="l" defTabSz="9144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7" algn="l" defTabSz="9144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54" algn="l" defTabSz="9144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81" algn="l" defTabSz="9144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907" algn="l" defTabSz="9144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34" algn="l" defTabSz="9144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61" algn="l" defTabSz="9144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88" algn="l" defTabSz="9144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815" algn="l" defTabSz="9144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orient="horz" pos="3861" userDrawn="1">
          <p15:clr>
            <a:srgbClr val="F26B43"/>
          </p15:clr>
        </p15:guide>
        <p15:guide id="5" pos="211" userDrawn="1">
          <p15:clr>
            <a:srgbClr val="F26B43"/>
          </p15:clr>
        </p15:guide>
        <p15:guide id="6" pos="7469" userDrawn="1">
          <p15:clr>
            <a:srgbClr val="F26B43"/>
          </p15:clr>
        </p15:guide>
        <p15:guide id="7" orient="horz" pos="4133" userDrawn="1">
          <p15:clr>
            <a:srgbClr val="F26B43"/>
          </p15:clr>
        </p15:guide>
        <p15:guide id="11" orient="horz" pos="4292" userDrawn="1">
          <p15:clr>
            <a:srgbClr val="F26B43"/>
          </p15:clr>
        </p15:guide>
        <p15:guide id="13" pos="7083" userDrawn="1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83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2" r:id="rId1"/>
    <p:sldLayoutId id="2147483843" r:id="rId2"/>
  </p:sldLayoutIdLst>
  <p:hf hdr="0"/>
  <p:txStyles>
    <p:titleStyle>
      <a:lvl1pPr algn="l" defTabSz="414772" rtl="0" eaLnBrk="1" latinLnBrk="0" hangingPunct="1">
        <a:lnSpc>
          <a:spcPct val="90000"/>
        </a:lnSpc>
        <a:spcBef>
          <a:spcPct val="0"/>
        </a:spcBef>
        <a:buNone/>
        <a:defRPr sz="2948" kern="1200" baseline="0">
          <a:solidFill>
            <a:schemeClr val="tx1"/>
          </a:solidFill>
          <a:latin typeface="Calibri Bold" pitchFamily="2" charset="77"/>
          <a:ea typeface="+mj-ea"/>
          <a:cs typeface="+mj-cs"/>
        </a:defRPr>
      </a:lvl1pPr>
    </p:titleStyle>
    <p:bodyStyle>
      <a:lvl1pPr marL="103693" indent="-103693" algn="l" defTabSz="414772" rtl="0" eaLnBrk="1" latinLnBrk="0" hangingPunct="1">
        <a:lnSpc>
          <a:spcPct val="90000"/>
        </a:lnSpc>
        <a:spcBef>
          <a:spcPts val="454"/>
        </a:spcBef>
        <a:buFont typeface="Arial" panose="020B0604020202020204" pitchFamily="34" charset="0"/>
        <a:buChar char="•"/>
        <a:defRPr sz="1270" kern="1200">
          <a:solidFill>
            <a:schemeClr val="tx1"/>
          </a:solidFill>
          <a:latin typeface="+mn-lt"/>
          <a:ea typeface="+mn-ea"/>
          <a:cs typeface="+mn-cs"/>
        </a:defRPr>
      </a:lvl1pPr>
      <a:lvl2pPr marL="311079" indent="-103693" algn="l" defTabSz="414772" rtl="0" eaLnBrk="1" latinLnBrk="0" hangingPunct="1">
        <a:lnSpc>
          <a:spcPct val="90000"/>
        </a:lnSpc>
        <a:spcBef>
          <a:spcPts val="227"/>
        </a:spcBef>
        <a:buFont typeface="Arial" panose="020B0604020202020204" pitchFamily="34" charset="0"/>
        <a:buChar char="•"/>
        <a:defRPr sz="1089" kern="1200">
          <a:solidFill>
            <a:schemeClr val="tx1"/>
          </a:solidFill>
          <a:latin typeface="+mn-lt"/>
          <a:ea typeface="+mn-ea"/>
          <a:cs typeface="+mn-cs"/>
        </a:defRPr>
      </a:lvl2pPr>
      <a:lvl3pPr marL="518465" indent="-103693" algn="l" defTabSz="414772" rtl="0" eaLnBrk="1" latinLnBrk="0" hangingPunct="1">
        <a:lnSpc>
          <a:spcPct val="90000"/>
        </a:lnSpc>
        <a:spcBef>
          <a:spcPts val="227"/>
        </a:spcBef>
        <a:buFont typeface="Arial" panose="020B0604020202020204" pitchFamily="34" charset="0"/>
        <a:buChar char="•"/>
        <a:defRPr sz="907" kern="1200">
          <a:solidFill>
            <a:schemeClr val="tx1"/>
          </a:solidFill>
          <a:latin typeface="+mn-lt"/>
          <a:ea typeface="+mn-ea"/>
          <a:cs typeface="+mn-cs"/>
        </a:defRPr>
      </a:lvl3pPr>
      <a:lvl4pPr marL="725851" indent="-103693" algn="l" defTabSz="414772" rtl="0" eaLnBrk="1" latinLnBrk="0" hangingPunct="1">
        <a:lnSpc>
          <a:spcPct val="90000"/>
        </a:lnSpc>
        <a:spcBef>
          <a:spcPts val="227"/>
        </a:spcBef>
        <a:buFont typeface="Arial" panose="020B0604020202020204" pitchFamily="34" charset="0"/>
        <a:buChar char="•"/>
        <a:defRPr sz="816" kern="1200">
          <a:solidFill>
            <a:schemeClr val="tx1"/>
          </a:solidFill>
          <a:latin typeface="+mn-lt"/>
          <a:ea typeface="+mn-ea"/>
          <a:cs typeface="+mn-cs"/>
        </a:defRPr>
      </a:lvl4pPr>
      <a:lvl5pPr marL="933237" indent="-103693" algn="l" defTabSz="414772" rtl="0" eaLnBrk="1" latinLnBrk="0" hangingPunct="1">
        <a:lnSpc>
          <a:spcPct val="90000"/>
        </a:lnSpc>
        <a:spcBef>
          <a:spcPts val="227"/>
        </a:spcBef>
        <a:buFont typeface="Arial" panose="020B0604020202020204" pitchFamily="34" charset="0"/>
        <a:buChar char="•"/>
        <a:defRPr sz="816" kern="1200">
          <a:solidFill>
            <a:schemeClr val="tx1"/>
          </a:solidFill>
          <a:latin typeface="+mn-lt"/>
          <a:ea typeface="+mn-ea"/>
          <a:cs typeface="+mn-cs"/>
        </a:defRPr>
      </a:lvl5pPr>
      <a:lvl6pPr marL="1140623" indent="-103693" algn="l" defTabSz="414772" rtl="0" eaLnBrk="1" latinLnBrk="0" hangingPunct="1">
        <a:lnSpc>
          <a:spcPct val="90000"/>
        </a:lnSpc>
        <a:spcBef>
          <a:spcPts val="227"/>
        </a:spcBef>
        <a:buFont typeface="Arial" panose="020B0604020202020204" pitchFamily="34" charset="0"/>
        <a:buChar char="•"/>
        <a:defRPr sz="816" kern="1200">
          <a:solidFill>
            <a:schemeClr val="tx1"/>
          </a:solidFill>
          <a:latin typeface="+mn-lt"/>
          <a:ea typeface="+mn-ea"/>
          <a:cs typeface="+mn-cs"/>
        </a:defRPr>
      </a:lvl6pPr>
      <a:lvl7pPr marL="1348008" indent="-103693" algn="l" defTabSz="414772" rtl="0" eaLnBrk="1" latinLnBrk="0" hangingPunct="1">
        <a:lnSpc>
          <a:spcPct val="90000"/>
        </a:lnSpc>
        <a:spcBef>
          <a:spcPts val="227"/>
        </a:spcBef>
        <a:buFont typeface="Arial" panose="020B0604020202020204" pitchFamily="34" charset="0"/>
        <a:buChar char="•"/>
        <a:defRPr sz="816" kern="1200">
          <a:solidFill>
            <a:schemeClr val="tx1"/>
          </a:solidFill>
          <a:latin typeface="+mn-lt"/>
          <a:ea typeface="+mn-ea"/>
          <a:cs typeface="+mn-cs"/>
        </a:defRPr>
      </a:lvl7pPr>
      <a:lvl8pPr marL="1555394" indent="-103693" algn="l" defTabSz="414772" rtl="0" eaLnBrk="1" latinLnBrk="0" hangingPunct="1">
        <a:lnSpc>
          <a:spcPct val="90000"/>
        </a:lnSpc>
        <a:spcBef>
          <a:spcPts val="227"/>
        </a:spcBef>
        <a:buFont typeface="Arial" panose="020B0604020202020204" pitchFamily="34" charset="0"/>
        <a:buChar char="•"/>
        <a:defRPr sz="816" kern="1200">
          <a:solidFill>
            <a:schemeClr val="tx1"/>
          </a:solidFill>
          <a:latin typeface="+mn-lt"/>
          <a:ea typeface="+mn-ea"/>
          <a:cs typeface="+mn-cs"/>
        </a:defRPr>
      </a:lvl8pPr>
      <a:lvl9pPr marL="1762780" indent="-103693" algn="l" defTabSz="414772" rtl="0" eaLnBrk="1" latinLnBrk="0" hangingPunct="1">
        <a:lnSpc>
          <a:spcPct val="90000"/>
        </a:lnSpc>
        <a:spcBef>
          <a:spcPts val="227"/>
        </a:spcBef>
        <a:buFont typeface="Arial" panose="020B0604020202020204" pitchFamily="34" charset="0"/>
        <a:buChar char="•"/>
        <a:defRPr sz="81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14772" rtl="0" eaLnBrk="1" latinLnBrk="0" hangingPunct="1">
        <a:defRPr sz="816" kern="1200">
          <a:solidFill>
            <a:schemeClr val="tx1"/>
          </a:solidFill>
          <a:latin typeface="+mn-lt"/>
          <a:ea typeface="+mn-ea"/>
          <a:cs typeface="+mn-cs"/>
        </a:defRPr>
      </a:lvl1pPr>
      <a:lvl2pPr marL="207386" algn="l" defTabSz="414772" rtl="0" eaLnBrk="1" latinLnBrk="0" hangingPunct="1">
        <a:defRPr sz="816" kern="1200">
          <a:solidFill>
            <a:schemeClr val="tx1"/>
          </a:solidFill>
          <a:latin typeface="+mn-lt"/>
          <a:ea typeface="+mn-ea"/>
          <a:cs typeface="+mn-cs"/>
        </a:defRPr>
      </a:lvl2pPr>
      <a:lvl3pPr marL="414772" algn="l" defTabSz="414772" rtl="0" eaLnBrk="1" latinLnBrk="0" hangingPunct="1">
        <a:defRPr sz="816" kern="1200">
          <a:solidFill>
            <a:schemeClr val="tx1"/>
          </a:solidFill>
          <a:latin typeface="+mn-lt"/>
          <a:ea typeface="+mn-ea"/>
          <a:cs typeface="+mn-cs"/>
        </a:defRPr>
      </a:lvl3pPr>
      <a:lvl4pPr marL="622158" algn="l" defTabSz="414772" rtl="0" eaLnBrk="1" latinLnBrk="0" hangingPunct="1">
        <a:defRPr sz="816" kern="1200">
          <a:solidFill>
            <a:schemeClr val="tx1"/>
          </a:solidFill>
          <a:latin typeface="+mn-lt"/>
          <a:ea typeface="+mn-ea"/>
          <a:cs typeface="+mn-cs"/>
        </a:defRPr>
      </a:lvl4pPr>
      <a:lvl5pPr marL="829544" algn="l" defTabSz="414772" rtl="0" eaLnBrk="1" latinLnBrk="0" hangingPunct="1">
        <a:defRPr sz="816" kern="1200">
          <a:solidFill>
            <a:schemeClr val="tx1"/>
          </a:solidFill>
          <a:latin typeface="+mn-lt"/>
          <a:ea typeface="+mn-ea"/>
          <a:cs typeface="+mn-cs"/>
        </a:defRPr>
      </a:lvl5pPr>
      <a:lvl6pPr marL="1036930" algn="l" defTabSz="414772" rtl="0" eaLnBrk="1" latinLnBrk="0" hangingPunct="1">
        <a:defRPr sz="816" kern="1200">
          <a:solidFill>
            <a:schemeClr val="tx1"/>
          </a:solidFill>
          <a:latin typeface="+mn-lt"/>
          <a:ea typeface="+mn-ea"/>
          <a:cs typeface="+mn-cs"/>
        </a:defRPr>
      </a:lvl6pPr>
      <a:lvl7pPr marL="1244316" algn="l" defTabSz="414772" rtl="0" eaLnBrk="1" latinLnBrk="0" hangingPunct="1">
        <a:defRPr sz="816" kern="1200">
          <a:solidFill>
            <a:schemeClr val="tx1"/>
          </a:solidFill>
          <a:latin typeface="+mn-lt"/>
          <a:ea typeface="+mn-ea"/>
          <a:cs typeface="+mn-cs"/>
        </a:defRPr>
      </a:lvl7pPr>
      <a:lvl8pPr marL="1451701" algn="l" defTabSz="414772" rtl="0" eaLnBrk="1" latinLnBrk="0" hangingPunct="1">
        <a:defRPr sz="816" kern="1200">
          <a:solidFill>
            <a:schemeClr val="tx1"/>
          </a:solidFill>
          <a:latin typeface="+mn-lt"/>
          <a:ea typeface="+mn-ea"/>
          <a:cs typeface="+mn-cs"/>
        </a:defRPr>
      </a:lvl8pPr>
      <a:lvl9pPr marL="1659087" algn="l" defTabSz="414772" rtl="0" eaLnBrk="1" latinLnBrk="0" hangingPunct="1">
        <a:defRPr sz="81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11" userDrawn="1">
          <p15:clr>
            <a:srgbClr val="F26B43"/>
          </p15:clr>
        </p15:guide>
        <p15:guide id="2" orient="horz" pos="187" userDrawn="1">
          <p15:clr>
            <a:srgbClr val="F26B43"/>
          </p15:clr>
        </p15:guide>
        <p15:guide id="3" pos="7469" userDrawn="1">
          <p15:clr>
            <a:srgbClr val="F26B43"/>
          </p15:clr>
        </p15:guide>
        <p15:guide id="4" orient="horz" pos="4133" userDrawn="1">
          <p15:clr>
            <a:srgbClr val="F26B43"/>
          </p15:clr>
        </p15:guide>
        <p15:guide id="5" orient="horz" pos="118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B651E998-34C7-4B40-B1EA-FDC3E032AC7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1"/>
              <a:t>How to use the System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B6A8CA0-566D-4DA8-A106-E4131C0FD12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 noProof="1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52BDE79-B8B5-4DF4-8672-3C15BD7CF5D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noProof="1"/>
              <a:t>Pablo Scherer | Marcel Luis Thiel | Julian Lanfermann</a:t>
            </a:r>
          </a:p>
        </p:txBody>
      </p:sp>
    </p:spTree>
    <p:extLst>
      <p:ext uri="{BB962C8B-B14F-4D97-AF65-F5344CB8AC3E}">
        <p14:creationId xmlns:p14="http://schemas.microsoft.com/office/powerpoint/2010/main" val="1017072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>
            <a:extLst>
              <a:ext uri="{FF2B5EF4-FFF2-40B4-BE49-F238E27FC236}">
                <a16:creationId xmlns:a16="http://schemas.microsoft.com/office/drawing/2014/main" id="{702A1F6D-AEAE-C509-77FB-27DF5C5EBB3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53F03C0-FB1D-6E15-BC95-78E874AEFFF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noProof="1"/>
              <a:t>Pablo Scherer | Marcel Luis Thiel | Julian Lanfermann</a:t>
            </a:r>
          </a:p>
          <a:p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C5CA1BA5-B16D-B42F-8F24-E42E0B9ED2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73" y="3157499"/>
            <a:ext cx="3810532" cy="543001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7260ECB3-0ACC-ED51-82B2-61D7717D8CA2}"/>
              </a:ext>
            </a:extLst>
          </p:cNvPr>
          <p:cNvSpPr txBox="1"/>
          <p:nvPr/>
        </p:nvSpPr>
        <p:spPr>
          <a:xfrm>
            <a:off x="443060" y="2234152"/>
            <a:ext cx="3921550" cy="320511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wrap="none" rtlCol="0" anchor="b">
            <a:noAutofit/>
          </a:bodyPr>
          <a:lstStyle/>
          <a:p>
            <a:r>
              <a:rPr lang="en-US" sz="1400" dirty="0"/>
              <a:t>Start the program in the Terminal using:</a:t>
            </a:r>
            <a:endParaRPr lang="de-DE" sz="1400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7FD349BB-F702-806F-E5F4-15955A8477D6}"/>
              </a:ext>
            </a:extLst>
          </p:cNvPr>
          <p:cNvSpPr txBox="1"/>
          <p:nvPr/>
        </p:nvSpPr>
        <p:spPr>
          <a:xfrm>
            <a:off x="886120" y="2356701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dirty="0" err="1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1FFCBCB1-5973-769D-A885-2228B1489D3F}"/>
              </a:ext>
            </a:extLst>
          </p:cNvPr>
          <p:cNvSpPr txBox="1"/>
          <p:nvPr/>
        </p:nvSpPr>
        <p:spPr>
          <a:xfrm>
            <a:off x="650449" y="5373280"/>
            <a:ext cx="3374796" cy="32051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r>
              <a:rPr lang="en-US" sz="1400" dirty="0"/>
              <a:t>Important: You must be in the project folder</a:t>
            </a:r>
            <a:endParaRPr lang="de-DE" sz="1400" dirty="0" err="1"/>
          </a:p>
        </p:txBody>
      </p:sp>
    </p:spTree>
    <p:extLst>
      <p:ext uri="{BB962C8B-B14F-4D97-AF65-F5344CB8AC3E}">
        <p14:creationId xmlns:p14="http://schemas.microsoft.com/office/powerpoint/2010/main" val="1864371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04752-F139-3DCF-9062-97193C7A6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>
            <a:extLst>
              <a:ext uri="{FF2B5EF4-FFF2-40B4-BE49-F238E27FC236}">
                <a16:creationId xmlns:a16="http://schemas.microsoft.com/office/drawing/2014/main" id="{052BB0CA-6B40-C0AD-0649-E7C119C4A74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E21BAE5-CED6-3A2A-0DEC-52ACF55C069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noProof="1"/>
              <a:t>Pablo Scherer | Marcel Luis Thiel | Julian Lanfermann</a:t>
            </a:r>
          </a:p>
          <a:p>
            <a:endParaRPr lang="de-DE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591A1B80-89F4-5C82-1B5B-4EE4936FFB6B}"/>
              </a:ext>
            </a:extLst>
          </p:cNvPr>
          <p:cNvSpPr txBox="1"/>
          <p:nvPr/>
        </p:nvSpPr>
        <p:spPr>
          <a:xfrm>
            <a:off x="3742441" y="509046"/>
            <a:ext cx="3921550" cy="320511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wrap="none" rtlCol="0" anchor="b">
            <a:noAutofit/>
          </a:bodyPr>
          <a:lstStyle/>
          <a:p>
            <a:r>
              <a:rPr lang="en-US" sz="1400" dirty="0"/>
              <a:t>This is the interface </a:t>
            </a:r>
            <a:endParaRPr lang="de-DE" sz="1400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EFB7FAEE-27EE-0C20-3BD4-BFE67D88C34C}"/>
              </a:ext>
            </a:extLst>
          </p:cNvPr>
          <p:cNvSpPr txBox="1"/>
          <p:nvPr/>
        </p:nvSpPr>
        <p:spPr>
          <a:xfrm>
            <a:off x="886120" y="2356701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dirty="0" err="1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BC093C4E-EAD7-4395-0255-CDE82AA87B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332" y="1290803"/>
            <a:ext cx="9817868" cy="5269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269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8C810-6A1C-16DA-0076-AC71A0D4A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>
            <a:extLst>
              <a:ext uri="{FF2B5EF4-FFF2-40B4-BE49-F238E27FC236}">
                <a16:creationId xmlns:a16="http://schemas.microsoft.com/office/drawing/2014/main" id="{94B7ACE8-0D12-836C-104E-87E1790D7C3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506CBAD-6E34-7498-6A19-DDC71DD14FA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noProof="1"/>
              <a:t>Pablo Scherer | Marcel Luis Thiel | Julian Lanfermann</a:t>
            </a:r>
          </a:p>
          <a:p>
            <a:endParaRPr lang="de-DE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14E4DB53-3CDC-66FB-213D-D27A38EA33BC}"/>
              </a:ext>
            </a:extLst>
          </p:cNvPr>
          <p:cNvSpPr txBox="1"/>
          <p:nvPr/>
        </p:nvSpPr>
        <p:spPr>
          <a:xfrm>
            <a:off x="3742441" y="509046"/>
            <a:ext cx="3921550" cy="320511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wrap="none" rtlCol="0" anchor="b">
            <a:noAutofit/>
          </a:bodyPr>
          <a:lstStyle/>
          <a:p>
            <a:r>
              <a:rPr lang="en-US" sz="1400" dirty="0"/>
              <a:t>You can set the languages here</a:t>
            </a:r>
            <a:endParaRPr lang="de-DE" sz="1400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F5E3BD88-A901-B015-9043-1BFA47B1DAEE}"/>
              </a:ext>
            </a:extLst>
          </p:cNvPr>
          <p:cNvSpPr txBox="1"/>
          <p:nvPr/>
        </p:nvSpPr>
        <p:spPr>
          <a:xfrm>
            <a:off x="886120" y="2356701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dirty="0" err="1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9634C5FD-4384-1275-7605-929FDF5606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332" y="1290803"/>
            <a:ext cx="9817868" cy="5269621"/>
          </a:xfrm>
          <a:prstGeom prst="rect">
            <a:avLst/>
          </a:prstGeom>
        </p:spPr>
      </p:pic>
      <p:sp>
        <p:nvSpPr>
          <p:cNvPr id="2" name="Rechteck 1">
            <a:extLst>
              <a:ext uri="{FF2B5EF4-FFF2-40B4-BE49-F238E27FC236}">
                <a16:creationId xmlns:a16="http://schemas.microsoft.com/office/drawing/2014/main" id="{E9751E04-B62E-C868-DA52-CCAD72409184}"/>
              </a:ext>
            </a:extLst>
          </p:cNvPr>
          <p:cNvSpPr/>
          <p:nvPr/>
        </p:nvSpPr>
        <p:spPr>
          <a:xfrm>
            <a:off x="845332" y="6325386"/>
            <a:ext cx="776078" cy="235038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0ED0984E-1D83-3346-646B-52DBC64B1D35}"/>
              </a:ext>
            </a:extLst>
          </p:cNvPr>
          <p:cNvCxnSpPr/>
          <p:nvPr/>
        </p:nvCxnSpPr>
        <p:spPr>
          <a:xfrm flipH="1">
            <a:off x="1508289" y="4949072"/>
            <a:ext cx="188536" cy="1310326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6810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BA2B9-0D62-11D5-49C5-AF8D1C564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>
            <a:extLst>
              <a:ext uri="{FF2B5EF4-FFF2-40B4-BE49-F238E27FC236}">
                <a16:creationId xmlns:a16="http://schemas.microsoft.com/office/drawing/2014/main" id="{A4042866-CD6A-5AEF-6E4D-5845C8CB369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9CEA36F-0A70-AE55-2F1D-A6AF18ECD8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noProof="1"/>
              <a:t>Pablo Scherer | Marcel Luis Thiel | Julian Lanfermann</a:t>
            </a:r>
          </a:p>
          <a:p>
            <a:endParaRPr lang="de-DE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E93B9F13-6C80-7405-A1DB-E9BD9F1F6227}"/>
              </a:ext>
            </a:extLst>
          </p:cNvPr>
          <p:cNvSpPr txBox="1"/>
          <p:nvPr/>
        </p:nvSpPr>
        <p:spPr>
          <a:xfrm>
            <a:off x="3742441" y="509046"/>
            <a:ext cx="3921550" cy="320511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wrap="none" rtlCol="0" anchor="b">
            <a:noAutofit/>
          </a:bodyPr>
          <a:lstStyle/>
          <a:p>
            <a:r>
              <a:rPr lang="en-US" sz="1400" dirty="0"/>
              <a:t>You can set the Cancer here</a:t>
            </a:r>
            <a:endParaRPr lang="de-DE" sz="1400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E4E235C6-700E-A8DC-3826-92BB14DEDC47}"/>
              </a:ext>
            </a:extLst>
          </p:cNvPr>
          <p:cNvSpPr txBox="1"/>
          <p:nvPr/>
        </p:nvSpPr>
        <p:spPr>
          <a:xfrm>
            <a:off x="886120" y="2356701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dirty="0" err="1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9D14E0ED-92A3-3A7A-28B3-FB9AD45BC2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00" y="1526906"/>
            <a:ext cx="4065455" cy="4254287"/>
          </a:xfrm>
          <a:prstGeom prst="rect">
            <a:avLst/>
          </a:prstGeom>
        </p:spPr>
      </p:pic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E8F2B7A4-7558-05BC-318C-1EC9D1EA0AE3}"/>
              </a:ext>
            </a:extLst>
          </p:cNvPr>
          <p:cNvCxnSpPr/>
          <p:nvPr/>
        </p:nvCxnSpPr>
        <p:spPr>
          <a:xfrm>
            <a:off x="3940404" y="2224726"/>
            <a:ext cx="17628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Grafik 13">
            <a:extLst>
              <a:ext uri="{FF2B5EF4-FFF2-40B4-BE49-F238E27FC236}">
                <a16:creationId xmlns:a16="http://schemas.microsoft.com/office/drawing/2014/main" id="{46EA8CC1-186F-0ABB-BC21-993BD8422B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4710" y="1526906"/>
            <a:ext cx="3054138" cy="4202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5852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874D1-4B5B-F2C1-E3D5-BA70516FA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>
            <a:extLst>
              <a:ext uri="{FF2B5EF4-FFF2-40B4-BE49-F238E27FC236}">
                <a16:creationId xmlns:a16="http://schemas.microsoft.com/office/drawing/2014/main" id="{F65E9644-0894-BE56-2FE8-226CBE89AD9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E753F7B-2B96-BFA9-E289-E9EFA941DD8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noProof="1"/>
              <a:t>Pablo Scherer | Marcel Luis Thiel | Julian Lanfermann</a:t>
            </a:r>
          </a:p>
          <a:p>
            <a:endParaRPr lang="de-DE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38425EC9-DF41-CBEA-CE14-BAF9A6F4CC58}"/>
              </a:ext>
            </a:extLst>
          </p:cNvPr>
          <p:cNvSpPr txBox="1"/>
          <p:nvPr/>
        </p:nvSpPr>
        <p:spPr>
          <a:xfrm>
            <a:off x="886120" y="2356701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dirty="0" err="1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6461481F-BA62-A649-415A-8CDB3EC39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00" y="1526906"/>
            <a:ext cx="4065455" cy="4254287"/>
          </a:xfrm>
          <a:prstGeom prst="rect">
            <a:avLst/>
          </a:prstGeom>
        </p:spPr>
      </p:pic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304EF1C8-B5F5-A799-1441-618FA1FC99CB}"/>
              </a:ext>
            </a:extLst>
          </p:cNvPr>
          <p:cNvCxnSpPr/>
          <p:nvPr/>
        </p:nvCxnSpPr>
        <p:spPr>
          <a:xfrm>
            <a:off x="3959258" y="2978870"/>
            <a:ext cx="17628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fik 2">
            <a:extLst>
              <a:ext uri="{FF2B5EF4-FFF2-40B4-BE49-F238E27FC236}">
                <a16:creationId xmlns:a16="http://schemas.microsoft.com/office/drawing/2014/main" id="{1AA7423C-B5EB-B7EE-7097-AB70D17D03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4146" y="1893668"/>
            <a:ext cx="3315163" cy="3372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7475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2EA82-755A-FF7E-65D1-CA6F9813E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>
            <a:extLst>
              <a:ext uri="{FF2B5EF4-FFF2-40B4-BE49-F238E27FC236}">
                <a16:creationId xmlns:a16="http://schemas.microsoft.com/office/drawing/2014/main" id="{3BC510F3-9580-0097-8EA1-0DC8E23FC2A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637A8BA-C022-5D71-A37F-0D6E37E76C9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noProof="1"/>
              <a:t>Pablo Scherer | Marcel Luis Thiel | Julian Lanfermann</a:t>
            </a:r>
          </a:p>
          <a:p>
            <a:endParaRPr lang="de-DE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0D712439-FD35-3160-7B58-7A5481567E94}"/>
              </a:ext>
            </a:extLst>
          </p:cNvPr>
          <p:cNvSpPr txBox="1"/>
          <p:nvPr/>
        </p:nvSpPr>
        <p:spPr>
          <a:xfrm>
            <a:off x="886120" y="2356701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dirty="0" err="1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92751923-F843-C6B8-BBA3-B85DE5F07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00" y="1526906"/>
            <a:ext cx="4065455" cy="4254287"/>
          </a:xfrm>
          <a:prstGeom prst="rect">
            <a:avLst/>
          </a:prstGeom>
        </p:spPr>
      </p:pic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7D7186F5-2C87-7847-4CE1-07D135B60837}"/>
              </a:ext>
            </a:extLst>
          </p:cNvPr>
          <p:cNvCxnSpPr/>
          <p:nvPr/>
        </p:nvCxnSpPr>
        <p:spPr>
          <a:xfrm>
            <a:off x="4025245" y="3714160"/>
            <a:ext cx="17628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fik 5">
            <a:extLst>
              <a:ext uri="{FF2B5EF4-FFF2-40B4-BE49-F238E27FC236}">
                <a16:creationId xmlns:a16="http://schemas.microsoft.com/office/drawing/2014/main" id="{3E4D8DC1-033D-9BF6-206A-BD1E8F620F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0885" y="0"/>
            <a:ext cx="30217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5917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5DAC3-4BC2-8EC5-816C-AF6A17CA2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>
            <a:extLst>
              <a:ext uri="{FF2B5EF4-FFF2-40B4-BE49-F238E27FC236}">
                <a16:creationId xmlns:a16="http://schemas.microsoft.com/office/drawing/2014/main" id="{E040912C-AEFD-3FD5-6C7D-81B5A997337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6E1090F-FB5A-CC2C-F335-345B74B829F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noProof="1"/>
              <a:t>Pablo Scherer | Marcel Luis Thiel | Julian Lanfermann</a:t>
            </a:r>
          </a:p>
          <a:p>
            <a:endParaRPr lang="de-DE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D0AFBFBD-5A3B-5FB1-E51D-1924F8ABC541}"/>
              </a:ext>
            </a:extLst>
          </p:cNvPr>
          <p:cNvSpPr txBox="1"/>
          <p:nvPr/>
        </p:nvSpPr>
        <p:spPr>
          <a:xfrm>
            <a:off x="886120" y="2356701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dirty="0" err="1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299F3EC2-6D04-3322-419F-E2CF011691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00" y="1526906"/>
            <a:ext cx="4065455" cy="4254287"/>
          </a:xfrm>
          <a:prstGeom prst="rect">
            <a:avLst/>
          </a:prstGeom>
        </p:spPr>
      </p:pic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E240C7FC-201E-6304-D391-6A77FF8A5F43}"/>
              </a:ext>
            </a:extLst>
          </p:cNvPr>
          <p:cNvCxnSpPr/>
          <p:nvPr/>
        </p:nvCxnSpPr>
        <p:spPr>
          <a:xfrm>
            <a:off x="3996964" y="4571999"/>
            <a:ext cx="17628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fik 2">
            <a:extLst>
              <a:ext uri="{FF2B5EF4-FFF2-40B4-BE49-F238E27FC236}">
                <a16:creationId xmlns:a16="http://schemas.microsoft.com/office/drawing/2014/main" id="{0DC6B003-B260-97BB-0D03-5A50EA5807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384507"/>
            <a:ext cx="3286584" cy="4296375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52A14F69-8E6A-DAFA-7DCF-D8F73AF48FB0}"/>
              </a:ext>
            </a:extLst>
          </p:cNvPr>
          <p:cNvSpPr txBox="1"/>
          <p:nvPr/>
        </p:nvSpPr>
        <p:spPr>
          <a:xfrm>
            <a:off x="3742441" y="509046"/>
            <a:ext cx="3921550" cy="320511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wrap="none" rtlCol="0" anchor="b">
            <a:noAutofit/>
          </a:bodyPr>
          <a:lstStyle/>
          <a:p>
            <a:r>
              <a:rPr lang="en-US" sz="1400" dirty="0"/>
              <a:t>You can set the Data source here</a:t>
            </a:r>
          </a:p>
          <a:p>
            <a:r>
              <a:rPr lang="en-US" sz="1400" dirty="0"/>
              <a:t>But </a:t>
            </a:r>
            <a:r>
              <a:rPr lang="en-US" sz="1400" dirty="0" err="1"/>
              <a:t>cBioPortal</a:t>
            </a:r>
            <a:r>
              <a:rPr lang="en-US" sz="1400" dirty="0"/>
              <a:t> and GEO not available</a:t>
            </a:r>
            <a:endParaRPr lang="de-DE" sz="1400" dirty="0"/>
          </a:p>
        </p:txBody>
      </p:sp>
    </p:spTree>
    <p:extLst>
      <p:ext uri="{BB962C8B-B14F-4D97-AF65-F5344CB8AC3E}">
        <p14:creationId xmlns:p14="http://schemas.microsoft.com/office/powerpoint/2010/main" val="2234032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09AE9-CD31-2835-0DA2-4917C7FBE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>
            <a:extLst>
              <a:ext uri="{FF2B5EF4-FFF2-40B4-BE49-F238E27FC236}">
                <a16:creationId xmlns:a16="http://schemas.microsoft.com/office/drawing/2014/main" id="{55D668C8-E257-6CA5-2073-4C2388C8CD6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43E142D-6483-012C-F485-5B809BABC3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noProof="1"/>
              <a:t>Pablo Scherer | Marcel Luis Thiel | Julian Lanfermann</a:t>
            </a:r>
          </a:p>
          <a:p>
            <a:endParaRPr lang="de-DE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98BBF452-ED34-A0B2-2CD3-A4EBD0E72AB2}"/>
              </a:ext>
            </a:extLst>
          </p:cNvPr>
          <p:cNvSpPr txBox="1"/>
          <p:nvPr/>
        </p:nvSpPr>
        <p:spPr>
          <a:xfrm>
            <a:off x="2988296" y="676021"/>
            <a:ext cx="3921550" cy="320511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wrap="none" rtlCol="0" anchor="b">
            <a:noAutofit/>
          </a:bodyPr>
          <a:lstStyle/>
          <a:p>
            <a:r>
              <a:rPr lang="en-US" sz="1400" dirty="0"/>
              <a:t>After you've set the variables, you can click “Preview” to see if the system has found anything.</a:t>
            </a:r>
            <a:endParaRPr lang="de-DE" sz="1400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F1E58923-E47C-BC12-FCF1-31BCC42922A3}"/>
              </a:ext>
            </a:extLst>
          </p:cNvPr>
          <p:cNvSpPr txBox="1"/>
          <p:nvPr/>
        </p:nvSpPr>
        <p:spPr>
          <a:xfrm>
            <a:off x="886120" y="2356701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dirty="0" err="1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84DCD2F2-755E-5625-C396-CA56F13571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332" y="1290803"/>
            <a:ext cx="9817868" cy="5269621"/>
          </a:xfrm>
          <a:prstGeom prst="rect">
            <a:avLst/>
          </a:prstGeom>
        </p:spPr>
      </p:pic>
      <p:sp>
        <p:nvSpPr>
          <p:cNvPr id="2" name="Rechteck 1">
            <a:extLst>
              <a:ext uri="{FF2B5EF4-FFF2-40B4-BE49-F238E27FC236}">
                <a16:creationId xmlns:a16="http://schemas.microsoft.com/office/drawing/2014/main" id="{4FD27B87-EE03-728C-88A4-64A484656402}"/>
              </a:ext>
            </a:extLst>
          </p:cNvPr>
          <p:cNvSpPr/>
          <p:nvPr/>
        </p:nvSpPr>
        <p:spPr>
          <a:xfrm>
            <a:off x="923828" y="6057354"/>
            <a:ext cx="776078" cy="235038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E5FD1452-9D76-0949-41A1-42272EE2376C}"/>
              </a:ext>
            </a:extLst>
          </p:cNvPr>
          <p:cNvCxnSpPr/>
          <p:nvPr/>
        </p:nvCxnSpPr>
        <p:spPr>
          <a:xfrm flipH="1">
            <a:off x="1434532" y="4747028"/>
            <a:ext cx="188536" cy="1310326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54596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E0396-7AE0-E91E-15C4-3DA750017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>
            <a:extLst>
              <a:ext uri="{FF2B5EF4-FFF2-40B4-BE49-F238E27FC236}">
                <a16:creationId xmlns:a16="http://schemas.microsoft.com/office/drawing/2014/main" id="{10DBE33C-9971-BEE8-3D12-3BB037B70E8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E758376-8117-EA7C-470F-64472748AD2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noProof="1"/>
              <a:t>Pablo Scherer | Marcel Luis Thiel | Julian Lanfermann</a:t>
            </a:r>
          </a:p>
          <a:p>
            <a:endParaRPr lang="de-DE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23F529DC-6E3D-346B-0E88-9E11F498256D}"/>
              </a:ext>
            </a:extLst>
          </p:cNvPr>
          <p:cNvSpPr txBox="1"/>
          <p:nvPr/>
        </p:nvSpPr>
        <p:spPr>
          <a:xfrm>
            <a:off x="2174450" y="722137"/>
            <a:ext cx="3921550" cy="320511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wrap="none" rtlCol="0" anchor="b">
            <a:noAutofit/>
          </a:bodyPr>
          <a:lstStyle/>
          <a:p>
            <a:r>
              <a:rPr lang="en-US" sz="1400" dirty="0"/>
              <a:t>After setting the variables, you can click “Generate,” and the memory module next to it will become active,</a:t>
            </a:r>
          </a:p>
          <a:p>
            <a:r>
              <a:rPr lang="en-US" sz="1400" dirty="0"/>
              <a:t> allowing you to save the “</a:t>
            </a:r>
            <a:r>
              <a:rPr lang="en-US" sz="1400" dirty="0" err="1"/>
              <a:t>Anndata</a:t>
            </a:r>
            <a:r>
              <a:rPr lang="en-US" sz="1400" dirty="0"/>
              <a:t>.” </a:t>
            </a:r>
            <a:endParaRPr lang="de-DE" sz="1400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D9A0F311-B7FF-51E9-1594-A8B4273F715B}"/>
              </a:ext>
            </a:extLst>
          </p:cNvPr>
          <p:cNvSpPr txBox="1"/>
          <p:nvPr/>
        </p:nvSpPr>
        <p:spPr>
          <a:xfrm>
            <a:off x="886120" y="2356701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dirty="0" err="1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A19E9599-2C21-67B4-9BA4-E30AC5A948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843" y="1232203"/>
            <a:ext cx="9817868" cy="5269621"/>
          </a:xfrm>
          <a:prstGeom prst="rect">
            <a:avLst/>
          </a:prstGeom>
        </p:spPr>
      </p:pic>
      <p:sp>
        <p:nvSpPr>
          <p:cNvPr id="2" name="Rechteck 1">
            <a:extLst>
              <a:ext uri="{FF2B5EF4-FFF2-40B4-BE49-F238E27FC236}">
                <a16:creationId xmlns:a16="http://schemas.microsoft.com/office/drawing/2014/main" id="{A3CBAC4E-A070-BCB7-8723-9B2ED39EF30F}"/>
              </a:ext>
            </a:extLst>
          </p:cNvPr>
          <p:cNvSpPr/>
          <p:nvPr/>
        </p:nvSpPr>
        <p:spPr>
          <a:xfrm>
            <a:off x="1696825" y="6034419"/>
            <a:ext cx="820131" cy="235038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9B91E272-79F0-2BBA-F958-2ED0702BE9E4}"/>
              </a:ext>
            </a:extLst>
          </p:cNvPr>
          <p:cNvCxnSpPr/>
          <p:nvPr/>
        </p:nvCxnSpPr>
        <p:spPr>
          <a:xfrm flipH="1">
            <a:off x="2235810" y="4724093"/>
            <a:ext cx="188536" cy="1310326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94584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61FE9-4242-514F-4438-5CA75810D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>
            <a:extLst>
              <a:ext uri="{FF2B5EF4-FFF2-40B4-BE49-F238E27FC236}">
                <a16:creationId xmlns:a16="http://schemas.microsoft.com/office/drawing/2014/main" id="{2950BCC1-B824-C613-6628-7F28CD5958F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1F6F91F-B26F-82D6-A5D9-F7B7D0687B3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noProof="1"/>
              <a:t>Pablo Scherer | Marcel Luis Thiel | Julian Lanfermann</a:t>
            </a:r>
          </a:p>
          <a:p>
            <a:endParaRPr lang="de-DE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B23D66AF-ADF1-552A-1AF5-189BB8C149B7}"/>
              </a:ext>
            </a:extLst>
          </p:cNvPr>
          <p:cNvSpPr txBox="1"/>
          <p:nvPr/>
        </p:nvSpPr>
        <p:spPr>
          <a:xfrm>
            <a:off x="2174450" y="722137"/>
            <a:ext cx="3921550" cy="320511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wrap="none" rtlCol="0" anchor="b">
            <a:noAutofit/>
          </a:bodyPr>
          <a:lstStyle/>
          <a:p>
            <a:r>
              <a:rPr lang="en-US" sz="1400" dirty="0"/>
              <a:t>You can also view the data using a projection, but only if you've saved the “</a:t>
            </a:r>
            <a:r>
              <a:rPr lang="en-US" sz="1400" dirty="0" err="1"/>
              <a:t>Anndata</a:t>
            </a:r>
            <a:r>
              <a:rPr lang="en-US" sz="1400" dirty="0"/>
              <a:t>” beforehand. </a:t>
            </a:r>
            <a:endParaRPr lang="de-DE" sz="1400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01D72BCC-397A-ACBA-225B-FC6D3EF0873E}"/>
              </a:ext>
            </a:extLst>
          </p:cNvPr>
          <p:cNvSpPr txBox="1"/>
          <p:nvPr/>
        </p:nvSpPr>
        <p:spPr>
          <a:xfrm>
            <a:off x="886120" y="2356701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dirty="0" err="1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8EA43109-DEAD-EF1A-8C16-41B89C6927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2056" y="2957446"/>
            <a:ext cx="2276793" cy="943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579027"/>
      </p:ext>
    </p:extLst>
  </p:cSld>
  <p:clrMapOvr>
    <a:masterClrMapping/>
  </p:clrMapOvr>
</p:sld>
</file>

<file path=ppt/theme/theme1.xml><?xml version="1.0" encoding="utf-8"?>
<a:theme xmlns:a="http://schemas.openxmlformats.org/drawingml/2006/main" name="HKA_Präsentation // Cover">
  <a:themeElements>
    <a:clrScheme name="HKA _ RGB _200330">
      <a:dk1>
        <a:srgbClr val="000000"/>
      </a:dk1>
      <a:lt1>
        <a:srgbClr val="FFFFFF"/>
      </a:lt1>
      <a:dk2>
        <a:srgbClr val="FFFFFF"/>
      </a:dk2>
      <a:lt2>
        <a:srgbClr val="D72305"/>
      </a:lt2>
      <a:accent1>
        <a:srgbClr val="D62305"/>
      </a:accent1>
      <a:accent2>
        <a:srgbClr val="8C2C82"/>
      </a:accent2>
      <a:accent3>
        <a:srgbClr val="64378C"/>
      </a:accent3>
      <a:accent4>
        <a:srgbClr val="004F92"/>
      </a:accent4>
      <a:accent5>
        <a:srgbClr val="2869AF"/>
      </a:accent5>
      <a:accent6>
        <a:srgbClr val="198282"/>
      </a:accent6>
      <a:hlink>
        <a:srgbClr val="288705"/>
      </a:hlink>
      <a:folHlink>
        <a:srgbClr val="D62305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ln>
          <a:solidFill>
            <a:schemeClr val="accent1"/>
          </a:solidFill>
        </a:ln>
      </a:spPr>
      <a:bodyPr anchor="b">
        <a:no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20200525_CAP_HKA_CI-110_Powerpoint-Vorlage_4-3" id="{36888DAB-FF53-A440-8097-845CEFB1AA44}" vid="{F6FE5838-E985-0444-BA82-E2407BD59B90}"/>
    </a:ext>
  </a:extLst>
</a:theme>
</file>

<file path=ppt/theme/theme2.xml><?xml version="1.0" encoding="utf-8"?>
<a:theme xmlns:a="http://schemas.openxmlformats.org/drawingml/2006/main" name="EIT_Präsentation // ENDE">
  <a:themeElements>
    <a:clrScheme name="HKA RGB_">
      <a:dk1>
        <a:srgbClr val="000000"/>
      </a:dk1>
      <a:lt1>
        <a:srgbClr val="FFFFFF"/>
      </a:lt1>
      <a:dk2>
        <a:srgbClr val="FFFFFF"/>
      </a:dk2>
      <a:lt2>
        <a:srgbClr val="E5322A"/>
      </a:lt2>
      <a:accent1>
        <a:srgbClr val="E53214"/>
      </a:accent1>
      <a:accent2>
        <a:srgbClr val="8B2C83"/>
      </a:accent2>
      <a:accent3>
        <a:srgbClr val="633680"/>
      </a:accent3>
      <a:accent4>
        <a:srgbClr val="1D4595"/>
      </a:accent4>
      <a:accent5>
        <a:srgbClr val="2869AF"/>
      </a:accent5>
      <a:accent6>
        <a:srgbClr val="198282"/>
      </a:accent6>
      <a:hlink>
        <a:srgbClr val="32AA45"/>
      </a:hlink>
      <a:folHlink>
        <a:srgbClr val="E63214"/>
      </a:folHlink>
    </a:clrScheme>
    <a:fontScheme name="Office">
      <a:majorFont>
        <a:latin typeface="Calibri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00525_CAP_HKA_CI-110_Powerpoint-Vorlage_4-3" id="{36888DAB-FF53-A440-8097-845CEFB1AA44}" vid="{E42CDC82-84E0-DD46-8893-D2D2E621558B}"/>
    </a:ext>
  </a:extLst>
</a:theme>
</file>

<file path=ppt/theme/theme3.xml><?xml version="1.0" encoding="utf-8"?>
<a:theme xmlns:a="http://schemas.openxmlformats.org/drawingml/2006/main" name="IWI_Präsentation // Cover">
  <a:themeElements>
    <a:clrScheme name="HKA _ RGB _200330">
      <a:dk1>
        <a:srgbClr val="000000"/>
      </a:dk1>
      <a:lt1>
        <a:srgbClr val="FFFFFF"/>
      </a:lt1>
      <a:dk2>
        <a:srgbClr val="FFFFFF"/>
      </a:dk2>
      <a:lt2>
        <a:srgbClr val="D72305"/>
      </a:lt2>
      <a:accent1>
        <a:srgbClr val="D62305"/>
      </a:accent1>
      <a:accent2>
        <a:srgbClr val="8C2C82"/>
      </a:accent2>
      <a:accent3>
        <a:srgbClr val="64378C"/>
      </a:accent3>
      <a:accent4>
        <a:srgbClr val="004F92"/>
      </a:accent4>
      <a:accent5>
        <a:srgbClr val="2869AF"/>
      </a:accent5>
      <a:accent6>
        <a:srgbClr val="198282"/>
      </a:accent6>
      <a:hlink>
        <a:srgbClr val="288705"/>
      </a:hlink>
      <a:folHlink>
        <a:srgbClr val="D62305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ln>
          <a:solidFill>
            <a:schemeClr val="accent1"/>
          </a:solidFill>
        </a:ln>
      </a:spPr>
      <a:bodyPr anchor="b">
        <a:no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20200525_CAP_HKA_CI-110_Powerpoint-Vorlage_4-3" id="{36888DAB-FF53-A440-8097-845CEFB1AA44}" vid="{F6FE5838-E985-0444-BA82-E2407BD59B90}"/>
    </a:ext>
  </a:extLst>
</a:theme>
</file>

<file path=ppt/theme/theme4.xml><?xml version="1.0" encoding="utf-8"?>
<a:theme xmlns:a="http://schemas.openxmlformats.org/drawingml/2006/main" name="IWI_Präsentation // Inhalt">
  <a:themeElements>
    <a:clrScheme name="HKA RGB 200528">
      <a:dk1>
        <a:srgbClr val="000000"/>
      </a:dk1>
      <a:lt1>
        <a:srgbClr val="FFFFFF"/>
      </a:lt1>
      <a:dk2>
        <a:srgbClr val="FFFFFF"/>
      </a:dk2>
      <a:lt2>
        <a:srgbClr val="288632"/>
      </a:lt2>
      <a:accent1>
        <a:srgbClr val="D62305"/>
      </a:accent1>
      <a:accent2>
        <a:srgbClr val="8C2C82"/>
      </a:accent2>
      <a:accent3>
        <a:srgbClr val="64378C"/>
      </a:accent3>
      <a:accent4>
        <a:srgbClr val="004F92"/>
      </a:accent4>
      <a:accent5>
        <a:srgbClr val="2869AF"/>
      </a:accent5>
      <a:accent6>
        <a:srgbClr val="198282"/>
      </a:accent6>
      <a:hlink>
        <a:srgbClr val="288705"/>
      </a:hlink>
      <a:folHlink>
        <a:srgbClr val="D62305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1905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>
          <a:noFill/>
        </a:ln>
      </a:spPr>
      <a:bodyPr wrap="none" lIns="0" tIns="0" rIns="0" bIns="0" rtlCol="0" anchor="t" anchorCtr="0">
        <a:noAutofit/>
      </a:bodyPr>
      <a:lstStyle>
        <a:defPPr algn="l">
          <a:defRPr sz="2500" dirty="0" err="1" smtClean="0">
            <a:latin typeface="Calibri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20200525_CAP_HKA_CI-110_Powerpoint-Vorlage_4-3" id="{36888DAB-FF53-A440-8097-845CEFB1AA44}" vid="{DC83980D-0759-7C49-8D56-37B38C213867}"/>
    </a:ext>
  </a:extLst>
</a:theme>
</file>

<file path=ppt/theme/theme5.xml><?xml version="1.0" encoding="utf-8"?>
<a:theme xmlns:a="http://schemas.openxmlformats.org/drawingml/2006/main" name="MMT_Präsentation // Cover">
  <a:themeElements>
    <a:clrScheme name="HKA _ RGB _200330">
      <a:dk1>
        <a:srgbClr val="000000"/>
      </a:dk1>
      <a:lt1>
        <a:srgbClr val="FFFFFF"/>
      </a:lt1>
      <a:dk2>
        <a:srgbClr val="FFFFFF"/>
      </a:dk2>
      <a:lt2>
        <a:srgbClr val="D72305"/>
      </a:lt2>
      <a:accent1>
        <a:srgbClr val="D62305"/>
      </a:accent1>
      <a:accent2>
        <a:srgbClr val="8C2C82"/>
      </a:accent2>
      <a:accent3>
        <a:srgbClr val="64378C"/>
      </a:accent3>
      <a:accent4>
        <a:srgbClr val="004F92"/>
      </a:accent4>
      <a:accent5>
        <a:srgbClr val="2869AF"/>
      </a:accent5>
      <a:accent6>
        <a:srgbClr val="198282"/>
      </a:accent6>
      <a:hlink>
        <a:srgbClr val="288705"/>
      </a:hlink>
      <a:folHlink>
        <a:srgbClr val="D62305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ln>
          <a:solidFill>
            <a:schemeClr val="accent1"/>
          </a:solidFill>
        </a:ln>
      </a:spPr>
      <a:bodyPr anchor="b">
        <a:no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20200525_CAP_HKA_CI-110_Powerpoint-Vorlage_4-3" id="{36888DAB-FF53-A440-8097-845CEFB1AA44}" vid="{F6FE5838-E985-0444-BA82-E2407BD59B90}"/>
    </a:ext>
  </a:extLst>
</a:theme>
</file>

<file path=ppt/theme/theme6.xml><?xml version="1.0" encoding="utf-8"?>
<a:theme xmlns:a="http://schemas.openxmlformats.org/drawingml/2006/main" name="MMT_Präsentation // Inhalt">
  <a:themeElements>
    <a:clrScheme name="HKA RGB 200528">
      <a:dk1>
        <a:srgbClr val="000000"/>
      </a:dk1>
      <a:lt1>
        <a:srgbClr val="FFFFFF"/>
      </a:lt1>
      <a:dk2>
        <a:srgbClr val="FFFFFF"/>
      </a:dk2>
      <a:lt2>
        <a:srgbClr val="288632"/>
      </a:lt2>
      <a:accent1>
        <a:srgbClr val="D62305"/>
      </a:accent1>
      <a:accent2>
        <a:srgbClr val="8C2C82"/>
      </a:accent2>
      <a:accent3>
        <a:srgbClr val="64378C"/>
      </a:accent3>
      <a:accent4>
        <a:srgbClr val="004F92"/>
      </a:accent4>
      <a:accent5>
        <a:srgbClr val="2869AF"/>
      </a:accent5>
      <a:accent6>
        <a:srgbClr val="198282"/>
      </a:accent6>
      <a:hlink>
        <a:srgbClr val="288705"/>
      </a:hlink>
      <a:folHlink>
        <a:srgbClr val="D62305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1905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>
          <a:noFill/>
        </a:ln>
      </a:spPr>
      <a:bodyPr wrap="none" lIns="0" tIns="0" rIns="0" bIns="0" rtlCol="0" anchor="t" anchorCtr="0">
        <a:noAutofit/>
      </a:bodyPr>
      <a:lstStyle>
        <a:defPPr algn="l">
          <a:defRPr sz="2500" dirty="0" err="1" smtClean="0">
            <a:latin typeface="Calibri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20200525_CAP_HKA_CI-110_Powerpoint-Vorlage_4-3" id="{36888DAB-FF53-A440-8097-845CEFB1AA44}" vid="{DC83980D-0759-7C49-8D56-37B38C213867}"/>
    </a:ext>
  </a:extLst>
</a:theme>
</file>

<file path=ppt/theme/theme7.xml><?xml version="1.0" encoding="utf-8"?>
<a:theme xmlns:a="http://schemas.openxmlformats.org/drawingml/2006/main" name="MMT_Präsentation // ENDE">
  <a:themeElements>
    <a:clrScheme name="HKA RGB_">
      <a:dk1>
        <a:srgbClr val="000000"/>
      </a:dk1>
      <a:lt1>
        <a:srgbClr val="FFFFFF"/>
      </a:lt1>
      <a:dk2>
        <a:srgbClr val="FFFFFF"/>
      </a:dk2>
      <a:lt2>
        <a:srgbClr val="E5322A"/>
      </a:lt2>
      <a:accent1>
        <a:srgbClr val="E53214"/>
      </a:accent1>
      <a:accent2>
        <a:srgbClr val="8B2C83"/>
      </a:accent2>
      <a:accent3>
        <a:srgbClr val="633680"/>
      </a:accent3>
      <a:accent4>
        <a:srgbClr val="1D4595"/>
      </a:accent4>
      <a:accent5>
        <a:srgbClr val="2869AF"/>
      </a:accent5>
      <a:accent6>
        <a:srgbClr val="198282"/>
      </a:accent6>
      <a:hlink>
        <a:srgbClr val="32AA45"/>
      </a:hlink>
      <a:folHlink>
        <a:srgbClr val="E63214"/>
      </a:folHlink>
    </a:clrScheme>
    <a:fontScheme name="Office">
      <a:majorFont>
        <a:latin typeface="Calibri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00525_CAP_HKA_CI-110_Powerpoint-Vorlage_4-3" id="{36888DAB-FF53-A440-8097-845CEFB1AA44}" vid="{E42CDC82-84E0-DD46-8893-D2D2E621558B}"/>
    </a:ext>
  </a:extLst>
</a:theme>
</file>

<file path=ppt/theme/theme8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35BCD3F67F15E4482621AB063485B83" ma:contentTypeVersion="10" ma:contentTypeDescription="Create a new document." ma:contentTypeScope="" ma:versionID="05975c8e3466d84030b7bee6f9a24575">
  <xsd:schema xmlns:xsd="http://www.w3.org/2001/XMLSchema" xmlns:xs="http://www.w3.org/2001/XMLSchema" xmlns:p="http://schemas.microsoft.com/office/2006/metadata/properties" xmlns:ns2="25db7389-6ede-4fde-a069-1e75b0c0359f" xmlns:ns3="3ef5d2de-d88a-41a9-91f4-702819ed134f" targetNamespace="http://schemas.microsoft.com/office/2006/metadata/properties" ma:root="true" ma:fieldsID="9487dcbfc83ffcb90f2b1c6955f44698" ns2:_="" ns3:_="">
    <xsd:import namespace="25db7389-6ede-4fde-a069-1e75b0c0359f"/>
    <xsd:import namespace="3ef5d2de-d88a-41a9-91f4-702819ed134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db7389-6ede-4fde-a069-1e75b0c035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6b068c93-f372-479e-8bd6-9f626c61856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f5d2de-d88a-41a9-91f4-702819ed134f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7cd93327-7210-4a67-b03a-44dfad963fa6}" ma:internalName="TaxCatchAll" ma:showField="CatchAllData" ma:web="3ef5d2de-d88a-41a9-91f4-702819ed134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5db7389-6ede-4fde-a069-1e75b0c0359f">
      <Terms xmlns="http://schemas.microsoft.com/office/infopath/2007/PartnerControls"/>
    </lcf76f155ced4ddcb4097134ff3c332f>
    <TaxCatchAll xmlns="3ef5d2de-d88a-41a9-91f4-702819ed134f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58557B6-C62F-4CBD-893C-C87B646C3C4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5db7389-6ede-4fde-a069-1e75b0c0359f"/>
    <ds:schemaRef ds:uri="3ef5d2de-d88a-41a9-91f4-702819ed134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2F9B0DA-BA00-4521-8C44-0DF3C9A42F3C}">
  <ds:schemaRefs>
    <ds:schemaRef ds:uri="http://purl.org/dc/terms/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schemas.microsoft.com/office/2006/metadata/properties"/>
    <ds:schemaRef ds:uri="http://schemas.microsoft.com/office/2006/documentManagement/types"/>
    <ds:schemaRef ds:uri="http://purl.org/dc/dcmitype/"/>
    <ds:schemaRef ds:uri="25db7389-6ede-4fde-a069-1e75b0c0359f"/>
    <ds:schemaRef ds:uri="http://www.w3.org/XML/1998/namespace"/>
    <ds:schemaRef ds:uri="3ef5d2de-d88a-41a9-91f4-702819ed134f"/>
  </ds:schemaRefs>
</ds:datastoreItem>
</file>

<file path=customXml/itemProps3.xml><?xml version="1.0" encoding="utf-8"?>
<ds:datastoreItem xmlns:ds="http://schemas.openxmlformats.org/officeDocument/2006/customXml" ds:itemID="{1F08EC5B-623C-485F-BB08-B8ED5702777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 Cover</Template>
  <TotalTime>0</TotalTime>
  <Words>223</Words>
  <Application>Microsoft Office PowerPoint</Application>
  <PresentationFormat>Breitbild</PresentationFormat>
  <Paragraphs>23</Paragraphs>
  <Slides>11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7</vt:i4>
      </vt:variant>
      <vt:variant>
        <vt:lpstr>Folientitel</vt:lpstr>
      </vt:variant>
      <vt:variant>
        <vt:i4>11</vt:i4>
      </vt:variant>
    </vt:vector>
  </HeadingPairs>
  <TitlesOfParts>
    <vt:vector size="21" baseType="lpstr">
      <vt:lpstr>Calibri Bold</vt:lpstr>
      <vt:lpstr>Arial</vt:lpstr>
      <vt:lpstr>Calibri</vt:lpstr>
      <vt:lpstr>HKA_Präsentation // Cover</vt:lpstr>
      <vt:lpstr>EIT_Präsentation // ENDE</vt:lpstr>
      <vt:lpstr>IWI_Präsentation // Cover</vt:lpstr>
      <vt:lpstr>IWI_Präsentation // Inhalt</vt:lpstr>
      <vt:lpstr>MMT_Präsentation // Cover</vt:lpstr>
      <vt:lpstr>MMT_Präsentation // Inhalt</vt:lpstr>
      <vt:lpstr>MMT_Präsentation // ENDE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subject/>
  <dc:creator>Verena Thaller</dc:creator>
  <cp:keywords/>
  <dc:description/>
  <cp:lastModifiedBy>Pablo Scherer</cp:lastModifiedBy>
  <cp:revision>2</cp:revision>
  <cp:lastPrinted>2020-09-16T09:23:03Z</cp:lastPrinted>
  <dcterms:created xsi:type="dcterms:W3CDTF">2020-05-26T08:20:17Z</dcterms:created>
  <dcterms:modified xsi:type="dcterms:W3CDTF">2026-09-29T15:50:27Z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0x010100D35BCD3F67F15E4482621AB063485B83</vt:lpwstr>
  </property>
</Properties>
</file>